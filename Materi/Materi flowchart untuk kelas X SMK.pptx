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62" r:id="rId2"/>
    <p:sldId id="256" r:id="rId3"/>
    <p:sldId id="257" r:id="rId4"/>
    <p:sldId id="258" r:id="rId5"/>
    <p:sldId id="259" r:id="rId6"/>
    <p:sldId id="260" r:id="rId7"/>
    <p:sldId id="261" r:id="rId8"/>
  </p:sldIdLst>
  <p:sldSz cx="3556000" cy="7556500"/>
  <p:notesSz cx="6858000" cy="9144000"/>
  <p:embeddedFontLst>
    <p:embeddedFont>
      <p:font typeface="Barlow SemiCondensed Bold"/>
      <p:regular r:id="rId9"/>
      <p:bold r:id="rId10"/>
    </p:embeddedFont>
    <p:embeddedFont>
      <p:font typeface="Oswald Bold" pitchFamily="2" charset="77"/>
      <p:regular r:id="rId11"/>
      <p:bold r:id="rId12"/>
    </p:embeddedFont>
    <p:embeddedFont>
      <p:font typeface="Poppins" pitchFamily="2" charset="77"/>
      <p:regular r:id="rId13"/>
      <p:bold r:id="rId14"/>
      <p:italic r:id="rId15"/>
      <p:boldItalic r:id="rId16"/>
    </p:embeddedFont>
    <p:embeddedFont>
      <p:font typeface="Poppins Bold" pitchFamily="2" charset="77"/>
      <p:regular r:id="rId17"/>
      <p:bold r:id="rId18"/>
    </p:embeddedFont>
    <p:embeddedFont>
      <p:font typeface="Poppins Semi-Bold" pitchFamily="2" charset="77"/>
      <p:regular r:id="rId19"/>
      <p:bold r:id="rId20"/>
    </p:embeddedFont>
    <p:embeddedFont>
      <p:font typeface="Roboto" panose="02000000000000000000" pitchFamily="2" charset="0"/>
      <p:regular r:id="rId21"/>
      <p:bold r:id="rId22"/>
      <p:italic r:id="rId23"/>
      <p:boldItalic r:id="rId24"/>
    </p:embeddedFont>
    <p:embeddedFont>
      <p:font typeface="Roboto Bold" panose="02000000000000000000" pitchFamily="2" charset="0"/>
      <p:regular r:id="rId25"/>
      <p:bold r:id="rId26"/>
    </p:embeddedFont>
    <p:embeddedFont>
      <p:font typeface="Roboto Condensed Bold" panose="02000000000000000000" pitchFamily="2" charset="0"/>
      <p:regular r:id="rId27"/>
      <p:bold r:id="rId2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866" autoAdjust="0"/>
    <p:restoredTop sz="94602" autoAdjust="0"/>
  </p:normalViewPr>
  <p:slideViewPr>
    <p:cSldViewPr>
      <p:cViewPr varScale="1">
        <p:scale>
          <a:sx n="133" d="100"/>
          <a:sy n="133" d="100"/>
        </p:scale>
        <p:origin x="872" y="19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5.fntdata"/><Relationship Id="rId18" Type="http://schemas.openxmlformats.org/officeDocument/2006/relationships/font" Target="fonts/font10.fntdata"/><Relationship Id="rId26" Type="http://schemas.openxmlformats.org/officeDocument/2006/relationships/font" Target="fonts/font18.fntdata"/><Relationship Id="rId3" Type="http://schemas.openxmlformats.org/officeDocument/2006/relationships/slide" Target="slides/slide2.xml"/><Relationship Id="rId21" Type="http://schemas.openxmlformats.org/officeDocument/2006/relationships/font" Target="fonts/font13.fntdata"/><Relationship Id="rId7" Type="http://schemas.openxmlformats.org/officeDocument/2006/relationships/slide" Target="slides/slide6.xml"/><Relationship Id="rId12" Type="http://schemas.openxmlformats.org/officeDocument/2006/relationships/font" Target="fonts/font4.fntdata"/><Relationship Id="rId17" Type="http://schemas.openxmlformats.org/officeDocument/2006/relationships/font" Target="fonts/font9.fntdata"/><Relationship Id="rId25" Type="http://schemas.openxmlformats.org/officeDocument/2006/relationships/font" Target="fonts/font17.fntdata"/><Relationship Id="rId2" Type="http://schemas.openxmlformats.org/officeDocument/2006/relationships/slide" Target="slides/slide1.xml"/><Relationship Id="rId16" Type="http://schemas.openxmlformats.org/officeDocument/2006/relationships/font" Target="fonts/font8.fntdata"/><Relationship Id="rId20" Type="http://schemas.openxmlformats.org/officeDocument/2006/relationships/font" Target="fonts/font12.fntdata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3.fntdata"/><Relationship Id="rId24" Type="http://schemas.openxmlformats.org/officeDocument/2006/relationships/font" Target="fonts/font16.fntdata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font" Target="fonts/font7.fntdata"/><Relationship Id="rId23" Type="http://schemas.openxmlformats.org/officeDocument/2006/relationships/font" Target="fonts/font15.fntdata"/><Relationship Id="rId28" Type="http://schemas.openxmlformats.org/officeDocument/2006/relationships/font" Target="fonts/font20.fntdata"/><Relationship Id="rId10" Type="http://schemas.openxmlformats.org/officeDocument/2006/relationships/font" Target="fonts/font2.fntdata"/><Relationship Id="rId19" Type="http://schemas.openxmlformats.org/officeDocument/2006/relationships/font" Target="fonts/font11.fntdata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font" Target="fonts/font6.fntdata"/><Relationship Id="rId22" Type="http://schemas.openxmlformats.org/officeDocument/2006/relationships/font" Target="fonts/font14.fntdata"/><Relationship Id="rId27" Type="http://schemas.openxmlformats.org/officeDocument/2006/relationships/font" Target="fonts/font19.fntdata"/><Relationship Id="rId30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5.png"/><Relationship Id="rId18" Type="http://schemas.openxmlformats.org/officeDocument/2006/relationships/image" Target="../media/image20.png"/><Relationship Id="rId3" Type="http://schemas.openxmlformats.org/officeDocument/2006/relationships/image" Target="../media/image6.png"/><Relationship Id="rId21" Type="http://schemas.openxmlformats.org/officeDocument/2006/relationships/image" Target="../media/image4.png"/><Relationship Id="rId7" Type="http://schemas.openxmlformats.org/officeDocument/2006/relationships/image" Target="../media/image9.png"/><Relationship Id="rId12" Type="http://schemas.openxmlformats.org/officeDocument/2006/relationships/image" Target="../media/image14.png"/><Relationship Id="rId17" Type="http://schemas.openxmlformats.org/officeDocument/2006/relationships/image" Target="../media/image19.png"/><Relationship Id="rId2" Type="http://schemas.openxmlformats.org/officeDocument/2006/relationships/image" Target="../media/image5.png"/><Relationship Id="rId16" Type="http://schemas.openxmlformats.org/officeDocument/2006/relationships/image" Target="../media/image18.png"/><Relationship Id="rId20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5" Type="http://schemas.openxmlformats.org/officeDocument/2006/relationships/image" Target="../media/image17.png"/><Relationship Id="rId10" Type="http://schemas.openxmlformats.org/officeDocument/2006/relationships/image" Target="../media/image12.png"/><Relationship Id="rId19" Type="http://schemas.openxmlformats.org/officeDocument/2006/relationships/image" Target="../media/image21.png"/><Relationship Id="rId4" Type="http://schemas.openxmlformats.org/officeDocument/2006/relationships/image" Target="../media/image3.png"/><Relationship Id="rId9" Type="http://schemas.openxmlformats.org/officeDocument/2006/relationships/image" Target="../media/image11.png"/><Relationship Id="rId14" Type="http://schemas.openxmlformats.org/officeDocument/2006/relationships/image" Target="../media/image16.png"/><Relationship Id="rId22" Type="http://schemas.openxmlformats.org/officeDocument/2006/relationships/image" Target="../media/image2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13" Type="http://schemas.openxmlformats.org/officeDocument/2006/relationships/image" Target="../media/image35.png"/><Relationship Id="rId18" Type="http://schemas.openxmlformats.org/officeDocument/2006/relationships/image" Target="../media/image40.png"/><Relationship Id="rId26" Type="http://schemas.openxmlformats.org/officeDocument/2006/relationships/image" Target="../media/image48.png"/><Relationship Id="rId3" Type="http://schemas.openxmlformats.org/officeDocument/2006/relationships/image" Target="../media/image25.png"/><Relationship Id="rId21" Type="http://schemas.openxmlformats.org/officeDocument/2006/relationships/image" Target="../media/image43.png"/><Relationship Id="rId7" Type="http://schemas.openxmlformats.org/officeDocument/2006/relationships/image" Target="../media/image29.png"/><Relationship Id="rId12" Type="http://schemas.openxmlformats.org/officeDocument/2006/relationships/image" Target="../media/image34.png"/><Relationship Id="rId17" Type="http://schemas.openxmlformats.org/officeDocument/2006/relationships/image" Target="../media/image39.png"/><Relationship Id="rId25" Type="http://schemas.openxmlformats.org/officeDocument/2006/relationships/image" Target="../media/image47.png"/><Relationship Id="rId2" Type="http://schemas.openxmlformats.org/officeDocument/2006/relationships/image" Target="../media/image24.png"/><Relationship Id="rId16" Type="http://schemas.openxmlformats.org/officeDocument/2006/relationships/image" Target="../media/image38.png"/><Relationship Id="rId20" Type="http://schemas.openxmlformats.org/officeDocument/2006/relationships/image" Target="../media/image4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8.png"/><Relationship Id="rId11" Type="http://schemas.openxmlformats.org/officeDocument/2006/relationships/image" Target="../media/image33.png"/><Relationship Id="rId24" Type="http://schemas.openxmlformats.org/officeDocument/2006/relationships/image" Target="../media/image46.png"/><Relationship Id="rId5" Type="http://schemas.openxmlformats.org/officeDocument/2006/relationships/image" Target="../media/image27.png"/><Relationship Id="rId15" Type="http://schemas.openxmlformats.org/officeDocument/2006/relationships/image" Target="../media/image37.png"/><Relationship Id="rId23" Type="http://schemas.openxmlformats.org/officeDocument/2006/relationships/image" Target="../media/image45.png"/><Relationship Id="rId28" Type="http://schemas.openxmlformats.org/officeDocument/2006/relationships/image" Target="../media/image50.png"/><Relationship Id="rId10" Type="http://schemas.openxmlformats.org/officeDocument/2006/relationships/image" Target="../media/image32.png"/><Relationship Id="rId19" Type="http://schemas.openxmlformats.org/officeDocument/2006/relationships/image" Target="../media/image41.png"/><Relationship Id="rId4" Type="http://schemas.openxmlformats.org/officeDocument/2006/relationships/image" Target="../media/image26.png"/><Relationship Id="rId9" Type="http://schemas.openxmlformats.org/officeDocument/2006/relationships/image" Target="../media/image31.png"/><Relationship Id="rId14" Type="http://schemas.openxmlformats.org/officeDocument/2006/relationships/image" Target="../media/image36.png"/><Relationship Id="rId22" Type="http://schemas.openxmlformats.org/officeDocument/2006/relationships/image" Target="../media/image44.png"/><Relationship Id="rId27" Type="http://schemas.openxmlformats.org/officeDocument/2006/relationships/image" Target="../media/image49.png"/></Relationships>
</file>

<file path=ppt/slides/_rels/slide4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2.png"/><Relationship Id="rId18" Type="http://schemas.openxmlformats.org/officeDocument/2006/relationships/image" Target="../media/image67.png"/><Relationship Id="rId26" Type="http://schemas.openxmlformats.org/officeDocument/2006/relationships/image" Target="../media/image75.png"/><Relationship Id="rId39" Type="http://schemas.openxmlformats.org/officeDocument/2006/relationships/image" Target="../media/image88.png"/><Relationship Id="rId21" Type="http://schemas.openxmlformats.org/officeDocument/2006/relationships/image" Target="../media/image70.png"/><Relationship Id="rId34" Type="http://schemas.openxmlformats.org/officeDocument/2006/relationships/image" Target="../media/image83.png"/><Relationship Id="rId42" Type="http://schemas.openxmlformats.org/officeDocument/2006/relationships/image" Target="../media/image91.png"/><Relationship Id="rId47" Type="http://schemas.openxmlformats.org/officeDocument/2006/relationships/image" Target="../media/image96.png"/><Relationship Id="rId50" Type="http://schemas.openxmlformats.org/officeDocument/2006/relationships/image" Target="../media/image99.png"/><Relationship Id="rId55" Type="http://schemas.openxmlformats.org/officeDocument/2006/relationships/image" Target="../media/image104.png"/><Relationship Id="rId63" Type="http://schemas.openxmlformats.org/officeDocument/2006/relationships/image" Target="../media/image112.png"/><Relationship Id="rId7" Type="http://schemas.openxmlformats.org/officeDocument/2006/relationships/image" Target="../media/image56.png"/><Relationship Id="rId2" Type="http://schemas.openxmlformats.org/officeDocument/2006/relationships/image" Target="../media/image51.png"/><Relationship Id="rId16" Type="http://schemas.openxmlformats.org/officeDocument/2006/relationships/image" Target="../media/image65.png"/><Relationship Id="rId29" Type="http://schemas.openxmlformats.org/officeDocument/2006/relationships/image" Target="../media/image78.png"/><Relationship Id="rId11" Type="http://schemas.openxmlformats.org/officeDocument/2006/relationships/image" Target="../media/image60.png"/><Relationship Id="rId24" Type="http://schemas.openxmlformats.org/officeDocument/2006/relationships/image" Target="../media/image73.png"/><Relationship Id="rId32" Type="http://schemas.openxmlformats.org/officeDocument/2006/relationships/image" Target="../media/image81.png"/><Relationship Id="rId37" Type="http://schemas.openxmlformats.org/officeDocument/2006/relationships/image" Target="../media/image86.png"/><Relationship Id="rId40" Type="http://schemas.openxmlformats.org/officeDocument/2006/relationships/image" Target="../media/image89.png"/><Relationship Id="rId45" Type="http://schemas.openxmlformats.org/officeDocument/2006/relationships/image" Target="../media/image94.png"/><Relationship Id="rId53" Type="http://schemas.openxmlformats.org/officeDocument/2006/relationships/image" Target="../media/image102.png"/><Relationship Id="rId58" Type="http://schemas.openxmlformats.org/officeDocument/2006/relationships/image" Target="../media/image107.png"/><Relationship Id="rId5" Type="http://schemas.openxmlformats.org/officeDocument/2006/relationships/image" Target="../media/image54.png"/><Relationship Id="rId61" Type="http://schemas.openxmlformats.org/officeDocument/2006/relationships/image" Target="../media/image110.png"/><Relationship Id="rId19" Type="http://schemas.openxmlformats.org/officeDocument/2006/relationships/image" Target="../media/image68.png"/><Relationship Id="rId14" Type="http://schemas.openxmlformats.org/officeDocument/2006/relationships/image" Target="../media/image63.png"/><Relationship Id="rId22" Type="http://schemas.openxmlformats.org/officeDocument/2006/relationships/image" Target="../media/image71.png"/><Relationship Id="rId27" Type="http://schemas.openxmlformats.org/officeDocument/2006/relationships/image" Target="../media/image76.png"/><Relationship Id="rId30" Type="http://schemas.openxmlformats.org/officeDocument/2006/relationships/image" Target="../media/image79.png"/><Relationship Id="rId35" Type="http://schemas.openxmlformats.org/officeDocument/2006/relationships/image" Target="../media/image84.png"/><Relationship Id="rId43" Type="http://schemas.openxmlformats.org/officeDocument/2006/relationships/image" Target="../media/image92.png"/><Relationship Id="rId48" Type="http://schemas.openxmlformats.org/officeDocument/2006/relationships/image" Target="../media/image97.png"/><Relationship Id="rId56" Type="http://schemas.openxmlformats.org/officeDocument/2006/relationships/image" Target="../media/image105.png"/><Relationship Id="rId8" Type="http://schemas.openxmlformats.org/officeDocument/2006/relationships/image" Target="../media/image57.png"/><Relationship Id="rId51" Type="http://schemas.openxmlformats.org/officeDocument/2006/relationships/image" Target="../media/image100.png"/><Relationship Id="rId3" Type="http://schemas.openxmlformats.org/officeDocument/2006/relationships/image" Target="../media/image52.png"/><Relationship Id="rId12" Type="http://schemas.openxmlformats.org/officeDocument/2006/relationships/image" Target="../media/image61.png"/><Relationship Id="rId17" Type="http://schemas.openxmlformats.org/officeDocument/2006/relationships/image" Target="../media/image66.png"/><Relationship Id="rId25" Type="http://schemas.openxmlformats.org/officeDocument/2006/relationships/image" Target="../media/image74.png"/><Relationship Id="rId33" Type="http://schemas.openxmlformats.org/officeDocument/2006/relationships/image" Target="../media/image82.png"/><Relationship Id="rId38" Type="http://schemas.openxmlformats.org/officeDocument/2006/relationships/image" Target="../media/image87.png"/><Relationship Id="rId46" Type="http://schemas.openxmlformats.org/officeDocument/2006/relationships/image" Target="../media/image95.png"/><Relationship Id="rId59" Type="http://schemas.openxmlformats.org/officeDocument/2006/relationships/image" Target="../media/image108.png"/><Relationship Id="rId20" Type="http://schemas.openxmlformats.org/officeDocument/2006/relationships/image" Target="../media/image69.png"/><Relationship Id="rId41" Type="http://schemas.openxmlformats.org/officeDocument/2006/relationships/image" Target="../media/image90.png"/><Relationship Id="rId54" Type="http://schemas.openxmlformats.org/officeDocument/2006/relationships/image" Target="../media/image103.png"/><Relationship Id="rId62" Type="http://schemas.openxmlformats.org/officeDocument/2006/relationships/image" Target="../media/image11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5.png"/><Relationship Id="rId15" Type="http://schemas.openxmlformats.org/officeDocument/2006/relationships/image" Target="../media/image64.png"/><Relationship Id="rId23" Type="http://schemas.openxmlformats.org/officeDocument/2006/relationships/image" Target="../media/image72.png"/><Relationship Id="rId28" Type="http://schemas.openxmlformats.org/officeDocument/2006/relationships/image" Target="../media/image77.png"/><Relationship Id="rId36" Type="http://schemas.openxmlformats.org/officeDocument/2006/relationships/image" Target="../media/image85.png"/><Relationship Id="rId49" Type="http://schemas.openxmlformats.org/officeDocument/2006/relationships/image" Target="../media/image98.png"/><Relationship Id="rId57" Type="http://schemas.openxmlformats.org/officeDocument/2006/relationships/image" Target="../media/image106.png"/><Relationship Id="rId10" Type="http://schemas.openxmlformats.org/officeDocument/2006/relationships/image" Target="../media/image59.png"/><Relationship Id="rId31" Type="http://schemas.openxmlformats.org/officeDocument/2006/relationships/image" Target="../media/image80.png"/><Relationship Id="rId44" Type="http://schemas.openxmlformats.org/officeDocument/2006/relationships/image" Target="../media/image93.png"/><Relationship Id="rId52" Type="http://schemas.openxmlformats.org/officeDocument/2006/relationships/image" Target="../media/image101.png"/><Relationship Id="rId60" Type="http://schemas.openxmlformats.org/officeDocument/2006/relationships/image" Target="../media/image109.png"/><Relationship Id="rId4" Type="http://schemas.openxmlformats.org/officeDocument/2006/relationships/image" Target="../media/image53.png"/><Relationship Id="rId9" Type="http://schemas.openxmlformats.org/officeDocument/2006/relationships/image" Target="../media/image58.png"/></Relationships>
</file>

<file path=ppt/slides/_rels/slide5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4.png"/><Relationship Id="rId18" Type="http://schemas.openxmlformats.org/officeDocument/2006/relationships/image" Target="../media/image129.png"/><Relationship Id="rId26" Type="http://schemas.openxmlformats.org/officeDocument/2006/relationships/image" Target="../media/image137.png"/><Relationship Id="rId3" Type="http://schemas.openxmlformats.org/officeDocument/2006/relationships/image" Target="../media/image114.png"/><Relationship Id="rId21" Type="http://schemas.openxmlformats.org/officeDocument/2006/relationships/image" Target="../media/image132.png"/><Relationship Id="rId34" Type="http://schemas.openxmlformats.org/officeDocument/2006/relationships/image" Target="../media/image145.png"/><Relationship Id="rId7" Type="http://schemas.openxmlformats.org/officeDocument/2006/relationships/image" Target="../media/image118.png"/><Relationship Id="rId12" Type="http://schemas.openxmlformats.org/officeDocument/2006/relationships/image" Target="../media/image123.png"/><Relationship Id="rId17" Type="http://schemas.openxmlformats.org/officeDocument/2006/relationships/image" Target="../media/image128.png"/><Relationship Id="rId25" Type="http://schemas.openxmlformats.org/officeDocument/2006/relationships/image" Target="../media/image136.png"/><Relationship Id="rId33" Type="http://schemas.openxmlformats.org/officeDocument/2006/relationships/image" Target="../media/image144.png"/><Relationship Id="rId2" Type="http://schemas.openxmlformats.org/officeDocument/2006/relationships/image" Target="../media/image113.png"/><Relationship Id="rId16" Type="http://schemas.openxmlformats.org/officeDocument/2006/relationships/image" Target="../media/image127.png"/><Relationship Id="rId20" Type="http://schemas.openxmlformats.org/officeDocument/2006/relationships/image" Target="../media/image131.png"/><Relationship Id="rId29" Type="http://schemas.openxmlformats.org/officeDocument/2006/relationships/image" Target="../media/image14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7.png"/><Relationship Id="rId11" Type="http://schemas.openxmlformats.org/officeDocument/2006/relationships/image" Target="../media/image122.png"/><Relationship Id="rId24" Type="http://schemas.openxmlformats.org/officeDocument/2006/relationships/image" Target="../media/image135.png"/><Relationship Id="rId32" Type="http://schemas.openxmlformats.org/officeDocument/2006/relationships/image" Target="../media/image143.png"/><Relationship Id="rId5" Type="http://schemas.openxmlformats.org/officeDocument/2006/relationships/image" Target="../media/image116.png"/><Relationship Id="rId15" Type="http://schemas.openxmlformats.org/officeDocument/2006/relationships/image" Target="../media/image126.png"/><Relationship Id="rId23" Type="http://schemas.openxmlformats.org/officeDocument/2006/relationships/image" Target="../media/image134.png"/><Relationship Id="rId28" Type="http://schemas.openxmlformats.org/officeDocument/2006/relationships/image" Target="../media/image139.png"/><Relationship Id="rId10" Type="http://schemas.openxmlformats.org/officeDocument/2006/relationships/image" Target="../media/image121.png"/><Relationship Id="rId19" Type="http://schemas.openxmlformats.org/officeDocument/2006/relationships/image" Target="../media/image130.png"/><Relationship Id="rId31" Type="http://schemas.openxmlformats.org/officeDocument/2006/relationships/image" Target="../media/image142.png"/><Relationship Id="rId4" Type="http://schemas.openxmlformats.org/officeDocument/2006/relationships/image" Target="../media/image115.png"/><Relationship Id="rId9" Type="http://schemas.openxmlformats.org/officeDocument/2006/relationships/image" Target="../media/image120.png"/><Relationship Id="rId14" Type="http://schemas.openxmlformats.org/officeDocument/2006/relationships/image" Target="../media/image125.png"/><Relationship Id="rId22" Type="http://schemas.openxmlformats.org/officeDocument/2006/relationships/image" Target="../media/image133.png"/><Relationship Id="rId27" Type="http://schemas.openxmlformats.org/officeDocument/2006/relationships/image" Target="../media/image138.png"/><Relationship Id="rId30" Type="http://schemas.openxmlformats.org/officeDocument/2006/relationships/image" Target="../media/image141.png"/><Relationship Id="rId8" Type="http://schemas.openxmlformats.org/officeDocument/2006/relationships/image" Target="../media/image119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2.png"/><Relationship Id="rId13" Type="http://schemas.openxmlformats.org/officeDocument/2006/relationships/image" Target="../media/image157.png"/><Relationship Id="rId18" Type="http://schemas.openxmlformats.org/officeDocument/2006/relationships/image" Target="../media/image162.png"/><Relationship Id="rId26" Type="http://schemas.openxmlformats.org/officeDocument/2006/relationships/image" Target="../media/image170.png"/><Relationship Id="rId3" Type="http://schemas.openxmlformats.org/officeDocument/2006/relationships/image" Target="../media/image147.png"/><Relationship Id="rId21" Type="http://schemas.openxmlformats.org/officeDocument/2006/relationships/image" Target="../media/image165.png"/><Relationship Id="rId7" Type="http://schemas.openxmlformats.org/officeDocument/2006/relationships/image" Target="../media/image151.png"/><Relationship Id="rId12" Type="http://schemas.openxmlformats.org/officeDocument/2006/relationships/image" Target="../media/image156.png"/><Relationship Id="rId17" Type="http://schemas.openxmlformats.org/officeDocument/2006/relationships/image" Target="../media/image161.png"/><Relationship Id="rId25" Type="http://schemas.openxmlformats.org/officeDocument/2006/relationships/image" Target="../media/image169.png"/><Relationship Id="rId2" Type="http://schemas.openxmlformats.org/officeDocument/2006/relationships/image" Target="../media/image146.png"/><Relationship Id="rId16" Type="http://schemas.openxmlformats.org/officeDocument/2006/relationships/image" Target="../media/image160.png"/><Relationship Id="rId20" Type="http://schemas.openxmlformats.org/officeDocument/2006/relationships/image" Target="../media/image164.png"/><Relationship Id="rId29" Type="http://schemas.openxmlformats.org/officeDocument/2006/relationships/image" Target="../media/image17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0.png"/><Relationship Id="rId11" Type="http://schemas.openxmlformats.org/officeDocument/2006/relationships/image" Target="../media/image155.png"/><Relationship Id="rId24" Type="http://schemas.openxmlformats.org/officeDocument/2006/relationships/image" Target="../media/image168.png"/><Relationship Id="rId5" Type="http://schemas.openxmlformats.org/officeDocument/2006/relationships/image" Target="../media/image149.png"/><Relationship Id="rId15" Type="http://schemas.openxmlformats.org/officeDocument/2006/relationships/image" Target="../media/image159.png"/><Relationship Id="rId23" Type="http://schemas.openxmlformats.org/officeDocument/2006/relationships/image" Target="../media/image167.png"/><Relationship Id="rId28" Type="http://schemas.openxmlformats.org/officeDocument/2006/relationships/image" Target="../media/image172.png"/><Relationship Id="rId10" Type="http://schemas.openxmlformats.org/officeDocument/2006/relationships/image" Target="../media/image154.png"/><Relationship Id="rId19" Type="http://schemas.openxmlformats.org/officeDocument/2006/relationships/image" Target="../media/image163.png"/><Relationship Id="rId31" Type="http://schemas.openxmlformats.org/officeDocument/2006/relationships/image" Target="../media/image175.png"/><Relationship Id="rId4" Type="http://schemas.openxmlformats.org/officeDocument/2006/relationships/image" Target="../media/image148.png"/><Relationship Id="rId9" Type="http://schemas.openxmlformats.org/officeDocument/2006/relationships/image" Target="../media/image153.png"/><Relationship Id="rId14" Type="http://schemas.openxmlformats.org/officeDocument/2006/relationships/image" Target="../media/image158.png"/><Relationship Id="rId22" Type="http://schemas.openxmlformats.org/officeDocument/2006/relationships/image" Target="../media/image166.png"/><Relationship Id="rId27" Type="http://schemas.openxmlformats.org/officeDocument/2006/relationships/image" Target="../media/image171.png"/><Relationship Id="rId30" Type="http://schemas.openxmlformats.org/officeDocument/2006/relationships/image" Target="../media/image174.png"/></Relationships>
</file>

<file path=ppt/slides/_rels/slide7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87.png"/><Relationship Id="rId18" Type="http://schemas.openxmlformats.org/officeDocument/2006/relationships/image" Target="../media/image192.png"/><Relationship Id="rId26" Type="http://schemas.openxmlformats.org/officeDocument/2006/relationships/image" Target="../media/image200.png"/><Relationship Id="rId3" Type="http://schemas.openxmlformats.org/officeDocument/2006/relationships/image" Target="../media/image177.png"/><Relationship Id="rId21" Type="http://schemas.openxmlformats.org/officeDocument/2006/relationships/image" Target="../media/image195.png"/><Relationship Id="rId34" Type="http://schemas.openxmlformats.org/officeDocument/2006/relationships/image" Target="../media/image208.png"/><Relationship Id="rId7" Type="http://schemas.openxmlformats.org/officeDocument/2006/relationships/image" Target="../media/image181.png"/><Relationship Id="rId12" Type="http://schemas.openxmlformats.org/officeDocument/2006/relationships/image" Target="../media/image186.png"/><Relationship Id="rId17" Type="http://schemas.openxmlformats.org/officeDocument/2006/relationships/image" Target="../media/image191.png"/><Relationship Id="rId25" Type="http://schemas.openxmlformats.org/officeDocument/2006/relationships/image" Target="../media/image199.png"/><Relationship Id="rId33" Type="http://schemas.openxmlformats.org/officeDocument/2006/relationships/image" Target="../media/image207.png"/><Relationship Id="rId2" Type="http://schemas.openxmlformats.org/officeDocument/2006/relationships/image" Target="../media/image176.png"/><Relationship Id="rId16" Type="http://schemas.openxmlformats.org/officeDocument/2006/relationships/image" Target="../media/image190.png"/><Relationship Id="rId20" Type="http://schemas.openxmlformats.org/officeDocument/2006/relationships/image" Target="../media/image194.png"/><Relationship Id="rId29" Type="http://schemas.openxmlformats.org/officeDocument/2006/relationships/image" Target="../media/image20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0.png"/><Relationship Id="rId11" Type="http://schemas.openxmlformats.org/officeDocument/2006/relationships/image" Target="../media/image185.png"/><Relationship Id="rId24" Type="http://schemas.openxmlformats.org/officeDocument/2006/relationships/image" Target="../media/image198.png"/><Relationship Id="rId32" Type="http://schemas.openxmlformats.org/officeDocument/2006/relationships/image" Target="../media/image206.png"/><Relationship Id="rId5" Type="http://schemas.openxmlformats.org/officeDocument/2006/relationships/image" Target="../media/image179.png"/><Relationship Id="rId15" Type="http://schemas.openxmlformats.org/officeDocument/2006/relationships/image" Target="../media/image189.png"/><Relationship Id="rId23" Type="http://schemas.openxmlformats.org/officeDocument/2006/relationships/image" Target="../media/image197.png"/><Relationship Id="rId28" Type="http://schemas.openxmlformats.org/officeDocument/2006/relationships/image" Target="../media/image202.png"/><Relationship Id="rId10" Type="http://schemas.openxmlformats.org/officeDocument/2006/relationships/image" Target="../media/image184.png"/><Relationship Id="rId19" Type="http://schemas.openxmlformats.org/officeDocument/2006/relationships/image" Target="../media/image193.png"/><Relationship Id="rId31" Type="http://schemas.openxmlformats.org/officeDocument/2006/relationships/image" Target="../media/image205.png"/><Relationship Id="rId4" Type="http://schemas.openxmlformats.org/officeDocument/2006/relationships/image" Target="../media/image178.png"/><Relationship Id="rId9" Type="http://schemas.openxmlformats.org/officeDocument/2006/relationships/image" Target="../media/image183.png"/><Relationship Id="rId14" Type="http://schemas.openxmlformats.org/officeDocument/2006/relationships/image" Target="../media/image188.png"/><Relationship Id="rId22" Type="http://schemas.openxmlformats.org/officeDocument/2006/relationships/image" Target="../media/image196.png"/><Relationship Id="rId27" Type="http://schemas.openxmlformats.org/officeDocument/2006/relationships/image" Target="../media/image201.png"/><Relationship Id="rId30" Type="http://schemas.openxmlformats.org/officeDocument/2006/relationships/image" Target="../media/image204.png"/><Relationship Id="rId8" Type="http://schemas.openxmlformats.org/officeDocument/2006/relationships/image" Target="../media/image18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F27F1A-6337-8F8B-BC8F-0ADBF1FEDA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>
            <a:extLst>
              <a:ext uri="{FF2B5EF4-FFF2-40B4-BE49-F238E27FC236}">
                <a16:creationId xmlns:a16="http://schemas.microsoft.com/office/drawing/2014/main" id="{196D0B52-8957-3D16-4E9D-20974C848452}"/>
              </a:ext>
            </a:extLst>
          </p:cNvPr>
          <p:cNvSpPr/>
          <p:nvPr/>
        </p:nvSpPr>
        <p:spPr>
          <a:xfrm>
            <a:off x="78648" y="78621"/>
            <a:ext cx="409798" cy="417931"/>
          </a:xfrm>
          <a:custGeom>
            <a:avLst/>
            <a:gdLst/>
            <a:ahLst/>
            <a:cxnLst/>
            <a:rect l="l" t="t" r="r" b="b"/>
            <a:pathLst>
              <a:path w="409798" h="417931">
                <a:moveTo>
                  <a:pt x="0" y="0"/>
                </a:moveTo>
                <a:lnTo>
                  <a:pt x="409798" y="0"/>
                </a:lnTo>
                <a:lnTo>
                  <a:pt x="409798" y="417931"/>
                </a:lnTo>
                <a:lnTo>
                  <a:pt x="0" y="41793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66266E22-2948-02FC-7C4E-B9657C00862C}"/>
              </a:ext>
            </a:extLst>
          </p:cNvPr>
          <p:cNvSpPr/>
          <p:nvPr/>
        </p:nvSpPr>
        <p:spPr>
          <a:xfrm>
            <a:off x="401519" y="78621"/>
            <a:ext cx="1059679" cy="335172"/>
          </a:xfrm>
          <a:custGeom>
            <a:avLst/>
            <a:gdLst/>
            <a:ahLst/>
            <a:cxnLst/>
            <a:rect l="l" t="t" r="r" b="b"/>
            <a:pathLst>
              <a:path w="1059679" h="335172">
                <a:moveTo>
                  <a:pt x="0" y="0"/>
                </a:moveTo>
                <a:lnTo>
                  <a:pt x="1059680" y="0"/>
                </a:lnTo>
                <a:lnTo>
                  <a:pt x="1059680" y="335172"/>
                </a:lnTo>
                <a:lnTo>
                  <a:pt x="0" y="33517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9BDADED7-4709-86AC-CF59-894FC6BEBABE}"/>
              </a:ext>
            </a:extLst>
          </p:cNvPr>
          <p:cNvSpPr txBox="1"/>
          <p:nvPr/>
        </p:nvSpPr>
        <p:spPr>
          <a:xfrm>
            <a:off x="2217170" y="78621"/>
            <a:ext cx="1225405" cy="373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517"/>
              </a:lnSpc>
            </a:pPr>
            <a:r>
              <a:rPr lang="en-US" sz="719" b="1" spc="-6" dirty="0">
                <a:solidFill>
                  <a:srgbClr val="161C29"/>
                </a:solidFill>
                <a:latin typeface="Roboto Bold"/>
                <a:ea typeface="Roboto Bold"/>
                <a:cs typeface="Roboto Bold"/>
                <a:sym typeface="Roboto Bold"/>
              </a:rPr>
              <a:t>SMK KELAS X </a:t>
            </a:r>
          </a:p>
          <a:p>
            <a:pPr algn="r">
              <a:lnSpc>
                <a:spcPts val="1517"/>
              </a:lnSpc>
            </a:pPr>
            <a:r>
              <a:rPr lang="en-US" sz="719" b="1" spc="-7" dirty="0">
                <a:solidFill>
                  <a:srgbClr val="161C29"/>
                </a:solidFill>
                <a:latin typeface="Roboto Bold"/>
                <a:ea typeface="Roboto Bold"/>
                <a:cs typeface="Roboto Bold"/>
                <a:sym typeface="Roboto Bold"/>
              </a:rPr>
              <a:t>MATERI FLOWCHART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84BC79D7-8041-8C37-F158-723F7164B8E4}"/>
              </a:ext>
            </a:extLst>
          </p:cNvPr>
          <p:cNvSpPr txBox="1"/>
          <p:nvPr/>
        </p:nvSpPr>
        <p:spPr>
          <a:xfrm>
            <a:off x="171806" y="553578"/>
            <a:ext cx="2658067" cy="7694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09"/>
              </a:lnSpc>
            </a:pPr>
            <a:r>
              <a:rPr lang="en-US" sz="2866" b="1" spc="-27" dirty="0">
                <a:solidFill>
                  <a:srgbClr val="06172B"/>
                </a:solidFill>
                <a:latin typeface="Roboto Bold"/>
                <a:ea typeface="Roboto Bold"/>
                <a:cs typeface="Roboto Bold"/>
                <a:sym typeface="Roboto Bold"/>
              </a:rPr>
              <a:t>Tujuan </a:t>
            </a:r>
            <a:r>
              <a:rPr lang="en-US" sz="2866" b="1" spc="-27" dirty="0" err="1">
                <a:solidFill>
                  <a:srgbClr val="06172B"/>
                </a:solidFill>
                <a:latin typeface="Roboto Bold"/>
                <a:ea typeface="Roboto Bold"/>
                <a:cs typeface="Roboto Bold"/>
                <a:sym typeface="Roboto Bold"/>
              </a:rPr>
              <a:t>Pembelajaran</a:t>
            </a:r>
            <a:endParaRPr lang="en-US" sz="2866" b="1" spc="-27" dirty="0">
              <a:solidFill>
                <a:srgbClr val="073169"/>
              </a:solidFill>
              <a:latin typeface="Roboto Bold"/>
              <a:ea typeface="Roboto Bold"/>
              <a:cs typeface="Roboto Bold"/>
              <a:sym typeface="Roboto Bold"/>
            </a:endParaRPr>
          </a:p>
        </p:txBody>
      </p:sp>
      <p:sp>
        <p:nvSpPr>
          <p:cNvPr id="8" name="Freeform 8">
            <a:extLst>
              <a:ext uri="{FF2B5EF4-FFF2-40B4-BE49-F238E27FC236}">
                <a16:creationId xmlns:a16="http://schemas.microsoft.com/office/drawing/2014/main" id="{52C95914-A3F1-1E02-39A6-A4A4FC5BE359}"/>
              </a:ext>
            </a:extLst>
          </p:cNvPr>
          <p:cNvSpPr/>
          <p:nvPr/>
        </p:nvSpPr>
        <p:spPr>
          <a:xfrm>
            <a:off x="161436" y="1380045"/>
            <a:ext cx="1138328" cy="165517"/>
          </a:xfrm>
          <a:custGeom>
            <a:avLst/>
            <a:gdLst/>
            <a:ahLst/>
            <a:cxnLst/>
            <a:rect l="l" t="t" r="r" b="b"/>
            <a:pathLst>
              <a:path w="1138328" h="165517">
                <a:moveTo>
                  <a:pt x="0" y="0"/>
                </a:moveTo>
                <a:lnTo>
                  <a:pt x="1138327" y="0"/>
                </a:lnTo>
                <a:lnTo>
                  <a:pt x="1138327" y="165517"/>
                </a:lnTo>
                <a:lnTo>
                  <a:pt x="0" y="16551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6" name="Freeform 36">
            <a:extLst>
              <a:ext uri="{FF2B5EF4-FFF2-40B4-BE49-F238E27FC236}">
                <a16:creationId xmlns:a16="http://schemas.microsoft.com/office/drawing/2014/main" id="{9EDF4CD8-A1AD-80DA-E94D-453F6C703AA1}"/>
              </a:ext>
            </a:extLst>
          </p:cNvPr>
          <p:cNvSpPr/>
          <p:nvPr/>
        </p:nvSpPr>
        <p:spPr>
          <a:xfrm>
            <a:off x="78648" y="6736552"/>
            <a:ext cx="3323916" cy="662069"/>
          </a:xfrm>
          <a:custGeom>
            <a:avLst/>
            <a:gdLst/>
            <a:ahLst/>
            <a:cxnLst/>
            <a:rect l="l" t="t" r="r" b="b"/>
            <a:pathLst>
              <a:path w="3323916" h="662069">
                <a:moveTo>
                  <a:pt x="0" y="0"/>
                </a:moveTo>
                <a:lnTo>
                  <a:pt x="3323916" y="0"/>
                </a:lnTo>
                <a:lnTo>
                  <a:pt x="3323916" y="662069"/>
                </a:lnTo>
                <a:lnTo>
                  <a:pt x="0" y="66206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9" name="TextBox 39">
            <a:extLst>
              <a:ext uri="{FF2B5EF4-FFF2-40B4-BE49-F238E27FC236}">
                <a16:creationId xmlns:a16="http://schemas.microsoft.com/office/drawing/2014/main" id="{6BAFFB54-4DF9-B23D-4B40-BDF5748E99AE}"/>
              </a:ext>
            </a:extLst>
          </p:cNvPr>
          <p:cNvSpPr txBox="1"/>
          <p:nvPr/>
        </p:nvSpPr>
        <p:spPr>
          <a:xfrm>
            <a:off x="355008" y="205884"/>
            <a:ext cx="1164217" cy="1496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51"/>
              </a:lnSpc>
            </a:pPr>
            <a:r>
              <a:rPr lang="en-US" sz="959" b="1" spc="-9">
                <a:solidFill>
                  <a:srgbClr val="FFFFFF"/>
                </a:solidFill>
                <a:latin typeface="Roboto Bold"/>
                <a:ea typeface="Roboto Bold"/>
                <a:cs typeface="Roboto Bold"/>
                <a:sym typeface="Roboto Bold"/>
              </a:rPr>
              <a:t>INFORMATIKA</a:t>
            </a:r>
          </a:p>
        </p:txBody>
      </p:sp>
      <p:sp>
        <p:nvSpPr>
          <p:cNvPr id="42" name="TextBox 7">
            <a:extLst>
              <a:ext uri="{FF2B5EF4-FFF2-40B4-BE49-F238E27FC236}">
                <a16:creationId xmlns:a16="http://schemas.microsoft.com/office/drawing/2014/main" id="{8281F961-E75D-0695-EED7-BE6203ABBE0D}"/>
              </a:ext>
            </a:extLst>
          </p:cNvPr>
          <p:cNvSpPr txBox="1"/>
          <p:nvPr/>
        </p:nvSpPr>
        <p:spPr>
          <a:xfrm>
            <a:off x="173472" y="2351118"/>
            <a:ext cx="2658067" cy="28777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ID" sz="1100" dirty="0" err="1"/>
              <a:t>Kognitif</a:t>
            </a:r>
            <a:r>
              <a:rPr lang="en-ID" sz="1100" dirty="0"/>
              <a:t>:</a:t>
            </a:r>
          </a:p>
          <a:p>
            <a:r>
              <a:rPr lang="en-ID" sz="1100" dirty="0" err="1"/>
              <a:t>Peserta</a:t>
            </a:r>
            <a:r>
              <a:rPr lang="en-ID" sz="1100" dirty="0"/>
              <a:t> </a:t>
            </a:r>
            <a:r>
              <a:rPr lang="en-ID" sz="1100" dirty="0" err="1"/>
              <a:t>didik</a:t>
            </a:r>
            <a:r>
              <a:rPr lang="en-ID" sz="1100" dirty="0"/>
              <a:t> </a:t>
            </a:r>
            <a:r>
              <a:rPr lang="en-ID" sz="1100" dirty="0" err="1"/>
              <a:t>mampu</a:t>
            </a:r>
            <a:r>
              <a:rPr lang="en-ID" sz="1100" dirty="0"/>
              <a:t> </a:t>
            </a:r>
            <a:r>
              <a:rPr lang="en-ID" sz="1100" dirty="0" err="1"/>
              <a:t>menjelaskan</a:t>
            </a:r>
            <a:r>
              <a:rPr lang="en-ID" sz="1100" dirty="0"/>
              <a:t> dan </a:t>
            </a:r>
            <a:r>
              <a:rPr lang="en-ID" sz="1100" dirty="0" err="1"/>
              <a:t>menerapkan</a:t>
            </a:r>
            <a:r>
              <a:rPr lang="en-ID" sz="1100" dirty="0"/>
              <a:t> </a:t>
            </a:r>
            <a:r>
              <a:rPr lang="en-ID" sz="1100" dirty="0" err="1"/>
              <a:t>konsep</a:t>
            </a:r>
            <a:r>
              <a:rPr lang="en-ID" sz="1100" dirty="0"/>
              <a:t> flowchart, </a:t>
            </a:r>
            <a:r>
              <a:rPr lang="en-ID" sz="1100" dirty="0" err="1"/>
              <a:t>simbol</a:t>
            </a:r>
            <a:r>
              <a:rPr lang="en-ID" sz="1100" dirty="0"/>
              <a:t>, sequence, decision, loop, dan IPO </a:t>
            </a:r>
            <a:r>
              <a:rPr lang="en-ID" sz="1100" dirty="0" err="1"/>
              <a:t>dalam</a:t>
            </a:r>
            <a:r>
              <a:rPr lang="en-ID" sz="1100" dirty="0"/>
              <a:t> </a:t>
            </a:r>
            <a:r>
              <a:rPr lang="en-ID" sz="1100" dirty="0" err="1"/>
              <a:t>menganalisis</a:t>
            </a:r>
            <a:r>
              <a:rPr lang="en-ID" sz="1100" dirty="0"/>
              <a:t> </a:t>
            </a:r>
            <a:r>
              <a:rPr lang="en-ID" sz="1100" dirty="0" err="1"/>
              <a:t>kasus</a:t>
            </a:r>
            <a:r>
              <a:rPr lang="en-ID" sz="1100" dirty="0"/>
              <a:t> </a:t>
            </a:r>
            <a:r>
              <a:rPr lang="en-ID" sz="1100" dirty="0" err="1"/>
              <a:t>sederhana</a:t>
            </a:r>
            <a:r>
              <a:rPr lang="en-ID" sz="1100" dirty="0"/>
              <a:t>.</a:t>
            </a:r>
          </a:p>
          <a:p>
            <a:endParaRPr lang="en-ID" sz="1100" dirty="0"/>
          </a:p>
          <a:p>
            <a:r>
              <a:rPr lang="en-ID" sz="1100" dirty="0" err="1"/>
              <a:t>Afektif</a:t>
            </a:r>
            <a:r>
              <a:rPr lang="en-ID" sz="1100" dirty="0"/>
              <a:t>:</a:t>
            </a:r>
          </a:p>
          <a:p>
            <a:r>
              <a:rPr lang="en-ID" sz="1100" dirty="0" err="1"/>
              <a:t>Peserta</a:t>
            </a:r>
            <a:r>
              <a:rPr lang="en-ID" sz="1100" dirty="0"/>
              <a:t> </a:t>
            </a:r>
            <a:r>
              <a:rPr lang="en-ID" sz="1100" dirty="0" err="1"/>
              <a:t>didik</a:t>
            </a:r>
            <a:r>
              <a:rPr lang="en-ID" sz="1100" dirty="0"/>
              <a:t> </a:t>
            </a:r>
            <a:r>
              <a:rPr lang="en-ID" sz="1100" dirty="0" err="1"/>
              <a:t>mampu</a:t>
            </a:r>
            <a:r>
              <a:rPr lang="en-ID" sz="1100" dirty="0"/>
              <a:t> </a:t>
            </a:r>
            <a:r>
              <a:rPr lang="en-ID" sz="1100" dirty="0" err="1"/>
              <a:t>menunjukkan</a:t>
            </a:r>
            <a:r>
              <a:rPr lang="en-ID" sz="1100" dirty="0"/>
              <a:t> </a:t>
            </a:r>
            <a:r>
              <a:rPr lang="en-ID" sz="1100" dirty="0" err="1"/>
              <a:t>tanggung</a:t>
            </a:r>
            <a:r>
              <a:rPr lang="en-ID" sz="1100" dirty="0"/>
              <a:t> </a:t>
            </a:r>
            <a:r>
              <a:rPr lang="en-ID" sz="1100" dirty="0" err="1"/>
              <a:t>jawab</a:t>
            </a:r>
            <a:r>
              <a:rPr lang="en-ID" sz="1100" dirty="0"/>
              <a:t>, </a:t>
            </a:r>
            <a:r>
              <a:rPr lang="en-ID" sz="1100" dirty="0" err="1"/>
              <a:t>kerja</a:t>
            </a:r>
            <a:r>
              <a:rPr lang="en-ID" sz="1100" dirty="0"/>
              <a:t> </a:t>
            </a:r>
            <a:r>
              <a:rPr lang="en-ID" sz="1100" dirty="0" err="1"/>
              <a:t>sama</a:t>
            </a:r>
            <a:r>
              <a:rPr lang="en-ID" sz="1100" dirty="0"/>
              <a:t>, </a:t>
            </a:r>
            <a:r>
              <a:rPr lang="en-ID" sz="1100" dirty="0" err="1"/>
              <a:t>ketelitian</a:t>
            </a:r>
            <a:r>
              <a:rPr lang="en-ID" sz="1100" dirty="0"/>
              <a:t>, dan </a:t>
            </a:r>
            <a:r>
              <a:rPr lang="en-ID" sz="1100" dirty="0" err="1"/>
              <a:t>keterbukaan</a:t>
            </a:r>
            <a:r>
              <a:rPr lang="en-ID" sz="1100" dirty="0"/>
              <a:t> </a:t>
            </a:r>
            <a:r>
              <a:rPr lang="en-ID" sz="1100" dirty="0" err="1"/>
              <a:t>dalam</a:t>
            </a:r>
            <a:r>
              <a:rPr lang="en-ID" sz="1100" dirty="0"/>
              <a:t> </a:t>
            </a:r>
            <a:r>
              <a:rPr lang="en-ID" sz="1100" dirty="0" err="1"/>
              <a:t>menyelesaikan</a:t>
            </a:r>
            <a:r>
              <a:rPr lang="en-ID" sz="1100" dirty="0"/>
              <a:t> </a:t>
            </a:r>
            <a:r>
              <a:rPr lang="en-ID" sz="1100" dirty="0" err="1"/>
              <a:t>kasus</a:t>
            </a:r>
            <a:r>
              <a:rPr lang="en-ID" sz="1100" dirty="0"/>
              <a:t> </a:t>
            </a:r>
            <a:r>
              <a:rPr lang="en-ID" sz="1100" dirty="0" err="1"/>
              <a:t>secara</a:t>
            </a:r>
            <a:r>
              <a:rPr lang="en-ID" sz="1100" dirty="0"/>
              <a:t> </a:t>
            </a:r>
            <a:r>
              <a:rPr lang="en-ID" sz="1100" dirty="0" err="1"/>
              <a:t>berkelompok</a:t>
            </a:r>
            <a:r>
              <a:rPr lang="en-ID" sz="1100" dirty="0"/>
              <a:t>.</a:t>
            </a:r>
          </a:p>
          <a:p>
            <a:endParaRPr lang="en-ID" sz="1100" dirty="0"/>
          </a:p>
          <a:p>
            <a:r>
              <a:rPr lang="en-ID" sz="1100" dirty="0" err="1"/>
              <a:t>Psikomotor</a:t>
            </a:r>
            <a:r>
              <a:rPr lang="en-ID" sz="1100" dirty="0"/>
              <a:t>:</a:t>
            </a:r>
          </a:p>
          <a:p>
            <a:r>
              <a:rPr lang="en-ID" sz="1100" dirty="0" err="1"/>
              <a:t>Peserta</a:t>
            </a:r>
            <a:r>
              <a:rPr lang="en-ID" sz="1100" dirty="0"/>
              <a:t> </a:t>
            </a:r>
            <a:r>
              <a:rPr lang="en-ID" sz="1100" dirty="0" err="1"/>
              <a:t>didik</a:t>
            </a:r>
            <a:r>
              <a:rPr lang="en-ID" sz="1100" dirty="0"/>
              <a:t> </a:t>
            </a:r>
            <a:r>
              <a:rPr lang="en-ID" sz="1100" dirty="0" err="1"/>
              <a:t>mampu</a:t>
            </a:r>
            <a:r>
              <a:rPr lang="en-ID" sz="1100" dirty="0"/>
              <a:t> </a:t>
            </a:r>
            <a:r>
              <a:rPr lang="en-ID" sz="1100" dirty="0" err="1"/>
              <a:t>menyusun</a:t>
            </a:r>
            <a:r>
              <a:rPr lang="en-ID" sz="1100" dirty="0"/>
              <a:t> </a:t>
            </a:r>
            <a:r>
              <a:rPr lang="en-ID" sz="1100" dirty="0" err="1"/>
              <a:t>algoritma</a:t>
            </a:r>
            <a:r>
              <a:rPr lang="en-ID" sz="1100" dirty="0"/>
              <a:t>, </a:t>
            </a:r>
            <a:r>
              <a:rPr lang="en-ID" sz="1100" dirty="0" err="1"/>
              <a:t>membuat</a:t>
            </a:r>
            <a:r>
              <a:rPr lang="en-ID" sz="1100" dirty="0"/>
              <a:t> flowchart, </a:t>
            </a:r>
            <a:r>
              <a:rPr lang="en-ID" sz="1100" dirty="0" err="1"/>
              <a:t>melakukan</a:t>
            </a:r>
            <a:r>
              <a:rPr lang="en-ID" sz="1100" dirty="0"/>
              <a:t> tracing, </a:t>
            </a:r>
            <a:r>
              <a:rPr lang="en-ID" sz="1100" dirty="0" err="1"/>
              <a:t>serta</a:t>
            </a:r>
            <a:r>
              <a:rPr lang="en-ID" sz="1100" dirty="0"/>
              <a:t> </a:t>
            </a:r>
            <a:r>
              <a:rPr lang="en-ID" sz="1100" dirty="0" err="1"/>
              <a:t>mengevaluasi</a:t>
            </a:r>
            <a:r>
              <a:rPr lang="en-ID" sz="1100" dirty="0"/>
              <a:t> dan </a:t>
            </a:r>
            <a:r>
              <a:rPr lang="en-ID" sz="1100" dirty="0" err="1"/>
              <a:t>memperbaiki</a:t>
            </a:r>
            <a:r>
              <a:rPr lang="en-ID" sz="1100" dirty="0"/>
              <a:t> flowchart </a:t>
            </a:r>
            <a:r>
              <a:rPr lang="en-ID" sz="1100" dirty="0" err="1"/>
              <a:t>berdasarkan</a:t>
            </a:r>
            <a:r>
              <a:rPr lang="en-ID" sz="1100" dirty="0"/>
              <a:t> </a:t>
            </a:r>
            <a:r>
              <a:rPr lang="en-ID" sz="1100" dirty="0" err="1"/>
              <a:t>kasus</a:t>
            </a:r>
            <a:r>
              <a:rPr lang="en-ID" sz="1100" dirty="0"/>
              <a:t> yang </a:t>
            </a:r>
            <a:r>
              <a:rPr lang="en-ID" sz="1100" dirty="0" err="1"/>
              <a:t>diberikan</a:t>
            </a:r>
            <a:r>
              <a:rPr lang="en-ID" sz="11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133758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3564000" cy="7560000"/>
          </a:xfrm>
          <a:custGeom>
            <a:avLst/>
            <a:gdLst/>
            <a:ahLst/>
            <a:cxnLst/>
            <a:rect l="l" t="t" r="r" b="b"/>
            <a:pathLst>
              <a:path w="3564000" h="7560000">
                <a:moveTo>
                  <a:pt x="0" y="0"/>
                </a:moveTo>
                <a:lnTo>
                  <a:pt x="3564000" y="0"/>
                </a:lnTo>
                <a:lnTo>
                  <a:pt x="3564000" y="7560000"/>
                </a:lnTo>
                <a:lnTo>
                  <a:pt x="0" y="7560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6"/>
          <p:cNvSpPr/>
          <p:nvPr/>
        </p:nvSpPr>
        <p:spPr>
          <a:xfrm>
            <a:off x="2996906" y="78621"/>
            <a:ext cx="405659" cy="335172"/>
          </a:xfrm>
          <a:custGeom>
            <a:avLst/>
            <a:gdLst/>
            <a:ahLst/>
            <a:cxnLst/>
            <a:rect l="l" t="t" r="r" b="b"/>
            <a:pathLst>
              <a:path w="405659" h="335172">
                <a:moveTo>
                  <a:pt x="0" y="0"/>
                </a:moveTo>
                <a:lnTo>
                  <a:pt x="405658" y="0"/>
                </a:lnTo>
                <a:lnTo>
                  <a:pt x="405658" y="335172"/>
                </a:lnTo>
                <a:lnTo>
                  <a:pt x="0" y="33517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TextBox 7"/>
          <p:cNvSpPr txBox="1"/>
          <p:nvPr/>
        </p:nvSpPr>
        <p:spPr>
          <a:xfrm>
            <a:off x="138205" y="243554"/>
            <a:ext cx="2658067" cy="11641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09"/>
              </a:lnSpc>
            </a:pPr>
            <a:r>
              <a:rPr lang="en-US" sz="2866" b="1" spc="-27" dirty="0" err="1">
                <a:solidFill>
                  <a:srgbClr val="06172B"/>
                </a:solidFill>
                <a:latin typeface="Roboto Bold"/>
                <a:ea typeface="Roboto Bold"/>
                <a:cs typeface="Roboto Bold"/>
                <a:sym typeface="Roboto Bold"/>
              </a:rPr>
              <a:t>Bagaimana</a:t>
            </a:r>
            <a:r>
              <a:rPr lang="en-US" sz="2866" b="1" spc="-27" dirty="0">
                <a:solidFill>
                  <a:srgbClr val="06172B"/>
                </a:solidFill>
                <a:latin typeface="Roboto Bold"/>
                <a:ea typeface="Roboto Bold"/>
                <a:cs typeface="Roboto Bold"/>
                <a:sym typeface="Roboto Bold"/>
              </a:rPr>
              <a:t> </a:t>
            </a:r>
            <a:r>
              <a:rPr lang="en-US" sz="2866" b="1" spc="-27" dirty="0" err="1">
                <a:solidFill>
                  <a:srgbClr val="06172B"/>
                </a:solidFill>
                <a:latin typeface="Roboto Bold"/>
                <a:ea typeface="Roboto Bold"/>
                <a:cs typeface="Roboto Bold"/>
                <a:sym typeface="Roboto Bold"/>
              </a:rPr>
              <a:t>Menjelaskan</a:t>
            </a:r>
            <a:r>
              <a:rPr lang="en-US" sz="2866" b="1" spc="-27" dirty="0">
                <a:solidFill>
                  <a:srgbClr val="06172B"/>
                </a:solidFill>
                <a:latin typeface="Roboto Bold"/>
                <a:ea typeface="Roboto Bold"/>
                <a:cs typeface="Roboto Bold"/>
                <a:sym typeface="Roboto Bold"/>
              </a:rPr>
              <a:t> </a:t>
            </a:r>
            <a:r>
              <a:rPr lang="en-US" sz="2866" b="1" spc="-27" dirty="0" err="1">
                <a:solidFill>
                  <a:srgbClr val="073169"/>
                </a:solidFill>
                <a:latin typeface="Roboto Bold"/>
                <a:ea typeface="Roboto Bold"/>
                <a:cs typeface="Roboto Bold"/>
                <a:sym typeface="Roboto Bold"/>
              </a:rPr>
              <a:t>Sebuah</a:t>
            </a:r>
            <a:r>
              <a:rPr lang="en-US" sz="2866" b="1" spc="-27" dirty="0">
                <a:solidFill>
                  <a:srgbClr val="073169"/>
                </a:solidFill>
                <a:latin typeface="Roboto Bold"/>
                <a:ea typeface="Roboto Bold"/>
                <a:cs typeface="Roboto Bold"/>
                <a:sym typeface="Roboto Bold"/>
              </a:rPr>
              <a:t> Proses?</a:t>
            </a:r>
          </a:p>
        </p:txBody>
      </p:sp>
      <p:sp>
        <p:nvSpPr>
          <p:cNvPr id="8" name="Freeform 8"/>
          <p:cNvSpPr/>
          <p:nvPr/>
        </p:nvSpPr>
        <p:spPr>
          <a:xfrm>
            <a:off x="127835" y="1415493"/>
            <a:ext cx="1138328" cy="165517"/>
          </a:xfrm>
          <a:custGeom>
            <a:avLst/>
            <a:gdLst/>
            <a:ahLst/>
            <a:cxnLst/>
            <a:rect l="l" t="t" r="r" b="b"/>
            <a:pathLst>
              <a:path w="1138328" h="165517">
                <a:moveTo>
                  <a:pt x="0" y="0"/>
                </a:moveTo>
                <a:lnTo>
                  <a:pt x="1138327" y="0"/>
                </a:lnTo>
                <a:lnTo>
                  <a:pt x="1138327" y="165517"/>
                </a:lnTo>
                <a:lnTo>
                  <a:pt x="0" y="16551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9" name="Freeform 9"/>
          <p:cNvSpPr/>
          <p:nvPr/>
        </p:nvSpPr>
        <p:spPr>
          <a:xfrm>
            <a:off x="1374272" y="1804138"/>
            <a:ext cx="1059679" cy="744828"/>
          </a:xfrm>
          <a:custGeom>
            <a:avLst/>
            <a:gdLst/>
            <a:ahLst/>
            <a:cxnLst/>
            <a:rect l="l" t="t" r="r" b="b"/>
            <a:pathLst>
              <a:path w="1059679" h="744828">
                <a:moveTo>
                  <a:pt x="0" y="0"/>
                </a:moveTo>
                <a:lnTo>
                  <a:pt x="1059679" y="0"/>
                </a:lnTo>
                <a:lnTo>
                  <a:pt x="1059679" y="744828"/>
                </a:lnTo>
                <a:lnTo>
                  <a:pt x="0" y="74482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0" name="TextBox 10"/>
          <p:cNvSpPr txBox="1"/>
          <p:nvPr/>
        </p:nvSpPr>
        <p:spPr>
          <a:xfrm>
            <a:off x="1446135" y="1983880"/>
            <a:ext cx="871857" cy="3982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85"/>
              </a:lnSpc>
            </a:pPr>
            <a:r>
              <a:rPr lang="en-US" sz="904" spc="-8">
                <a:solidFill>
                  <a:srgbClr val="161C29"/>
                </a:solidFill>
                <a:latin typeface="Roboto"/>
                <a:ea typeface="Roboto"/>
                <a:cs typeface="Roboto"/>
                <a:sym typeface="Roboto"/>
              </a:rPr>
              <a:t>Saya ingin </a:t>
            </a:r>
            <a:r>
              <a:rPr lang="en-US" sz="904" b="1" spc="-8">
                <a:solidFill>
                  <a:srgbClr val="161C29"/>
                </a:solidFill>
                <a:latin typeface="Roboto Bold"/>
                <a:ea typeface="Roboto Bold"/>
                <a:cs typeface="Roboto Bold"/>
                <a:sym typeface="Roboto Bold"/>
              </a:rPr>
              <a:t>meminjam alat praktik.</a:t>
            </a:r>
          </a:p>
        </p:txBody>
      </p:sp>
      <p:sp>
        <p:nvSpPr>
          <p:cNvPr id="11" name="Freeform 11"/>
          <p:cNvSpPr/>
          <p:nvPr/>
        </p:nvSpPr>
        <p:spPr>
          <a:xfrm>
            <a:off x="1697143" y="1886897"/>
            <a:ext cx="1788209" cy="1895172"/>
          </a:xfrm>
          <a:custGeom>
            <a:avLst/>
            <a:gdLst/>
            <a:ahLst/>
            <a:cxnLst/>
            <a:rect l="l" t="t" r="r" b="b"/>
            <a:pathLst>
              <a:path w="1788209" h="1895172">
                <a:moveTo>
                  <a:pt x="0" y="0"/>
                </a:moveTo>
                <a:lnTo>
                  <a:pt x="1788209" y="0"/>
                </a:lnTo>
                <a:lnTo>
                  <a:pt x="1788209" y="1895172"/>
                </a:lnTo>
                <a:lnTo>
                  <a:pt x="0" y="189517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2" name="Freeform 12"/>
          <p:cNvSpPr/>
          <p:nvPr/>
        </p:nvSpPr>
        <p:spPr>
          <a:xfrm>
            <a:off x="401519" y="2462069"/>
            <a:ext cx="976892" cy="496552"/>
          </a:xfrm>
          <a:custGeom>
            <a:avLst/>
            <a:gdLst/>
            <a:ahLst/>
            <a:cxnLst/>
            <a:rect l="l" t="t" r="r" b="b"/>
            <a:pathLst>
              <a:path w="976892" h="496552">
                <a:moveTo>
                  <a:pt x="0" y="0"/>
                </a:moveTo>
                <a:lnTo>
                  <a:pt x="976892" y="0"/>
                </a:lnTo>
                <a:lnTo>
                  <a:pt x="976892" y="496552"/>
                </a:lnTo>
                <a:lnTo>
                  <a:pt x="0" y="496552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3" name="TextBox 13"/>
          <p:cNvSpPr txBox="1"/>
          <p:nvPr/>
        </p:nvSpPr>
        <p:spPr>
          <a:xfrm>
            <a:off x="689217" y="2638211"/>
            <a:ext cx="390654" cy="1496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46"/>
              </a:lnSpc>
            </a:pPr>
            <a:r>
              <a:rPr lang="en-US" sz="955" b="1" spc="-9">
                <a:solidFill>
                  <a:srgbClr val="073169"/>
                </a:solidFill>
                <a:latin typeface="Roboto Bold"/>
                <a:ea typeface="Roboto Bold"/>
                <a:cs typeface="Roboto Bold"/>
                <a:sym typeface="Roboto Bold"/>
              </a:rPr>
              <a:t>START</a:t>
            </a:r>
          </a:p>
        </p:txBody>
      </p:sp>
      <p:sp>
        <p:nvSpPr>
          <p:cNvPr id="14" name="Freeform 14"/>
          <p:cNvSpPr/>
          <p:nvPr/>
        </p:nvSpPr>
        <p:spPr>
          <a:xfrm>
            <a:off x="807178" y="2875862"/>
            <a:ext cx="165575" cy="248276"/>
          </a:xfrm>
          <a:custGeom>
            <a:avLst/>
            <a:gdLst/>
            <a:ahLst/>
            <a:cxnLst/>
            <a:rect l="l" t="t" r="r" b="b"/>
            <a:pathLst>
              <a:path w="165575" h="248276">
                <a:moveTo>
                  <a:pt x="0" y="0"/>
                </a:moveTo>
                <a:lnTo>
                  <a:pt x="165575" y="0"/>
                </a:lnTo>
                <a:lnTo>
                  <a:pt x="165575" y="248276"/>
                </a:lnTo>
                <a:lnTo>
                  <a:pt x="0" y="24827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5" name="Freeform 15"/>
          <p:cNvSpPr/>
          <p:nvPr/>
        </p:nvSpPr>
        <p:spPr>
          <a:xfrm>
            <a:off x="240084" y="3037241"/>
            <a:ext cx="1299763" cy="579310"/>
          </a:xfrm>
          <a:custGeom>
            <a:avLst/>
            <a:gdLst/>
            <a:ahLst/>
            <a:cxnLst/>
            <a:rect l="l" t="t" r="r" b="b"/>
            <a:pathLst>
              <a:path w="1299763" h="579310">
                <a:moveTo>
                  <a:pt x="0" y="0"/>
                </a:moveTo>
                <a:lnTo>
                  <a:pt x="1299763" y="0"/>
                </a:lnTo>
                <a:lnTo>
                  <a:pt x="1299763" y="579311"/>
                </a:lnTo>
                <a:lnTo>
                  <a:pt x="0" y="57931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6" name="TextBox 16"/>
          <p:cNvSpPr txBox="1"/>
          <p:nvPr/>
        </p:nvSpPr>
        <p:spPr>
          <a:xfrm>
            <a:off x="571065" y="3202499"/>
            <a:ext cx="626957" cy="2898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46"/>
              </a:lnSpc>
            </a:pPr>
            <a:r>
              <a:rPr lang="en-US" sz="955" b="1" spc="-9">
                <a:solidFill>
                  <a:srgbClr val="161C29"/>
                </a:solidFill>
                <a:latin typeface="Roboto Bold"/>
                <a:ea typeface="Roboto Bold"/>
                <a:cs typeface="Roboto Bold"/>
                <a:sym typeface="Roboto Bold"/>
              </a:rPr>
              <a:t>Datang ke</a:t>
            </a:r>
          </a:p>
          <a:p>
            <a:pPr algn="ctr">
              <a:lnSpc>
                <a:spcPts val="1146"/>
              </a:lnSpc>
            </a:pPr>
            <a:r>
              <a:rPr lang="en-US" sz="955" b="1" spc="-9">
                <a:solidFill>
                  <a:srgbClr val="161C29"/>
                </a:solidFill>
                <a:latin typeface="Roboto Bold"/>
                <a:ea typeface="Roboto Bold"/>
                <a:cs typeface="Roboto Bold"/>
                <a:sym typeface="Roboto Bold"/>
              </a:rPr>
              <a:t>tempat alat</a:t>
            </a:r>
          </a:p>
        </p:txBody>
      </p:sp>
      <p:sp>
        <p:nvSpPr>
          <p:cNvPr id="17" name="Freeform 17"/>
          <p:cNvSpPr/>
          <p:nvPr/>
        </p:nvSpPr>
        <p:spPr>
          <a:xfrm>
            <a:off x="807178" y="3529655"/>
            <a:ext cx="165575" cy="335172"/>
          </a:xfrm>
          <a:custGeom>
            <a:avLst/>
            <a:gdLst/>
            <a:ahLst/>
            <a:cxnLst/>
            <a:rect l="l" t="t" r="r" b="b"/>
            <a:pathLst>
              <a:path w="165575" h="335172">
                <a:moveTo>
                  <a:pt x="0" y="0"/>
                </a:moveTo>
                <a:lnTo>
                  <a:pt x="165575" y="0"/>
                </a:lnTo>
                <a:lnTo>
                  <a:pt x="165575" y="335173"/>
                </a:lnTo>
                <a:lnTo>
                  <a:pt x="0" y="335173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8" name="Freeform 18"/>
          <p:cNvSpPr/>
          <p:nvPr/>
        </p:nvSpPr>
        <p:spPr>
          <a:xfrm>
            <a:off x="161436" y="3777931"/>
            <a:ext cx="1461199" cy="496552"/>
          </a:xfrm>
          <a:custGeom>
            <a:avLst/>
            <a:gdLst/>
            <a:ahLst/>
            <a:cxnLst/>
            <a:rect l="l" t="t" r="r" b="b"/>
            <a:pathLst>
              <a:path w="1461199" h="496552">
                <a:moveTo>
                  <a:pt x="0" y="0"/>
                </a:moveTo>
                <a:lnTo>
                  <a:pt x="1461198" y="0"/>
                </a:lnTo>
                <a:lnTo>
                  <a:pt x="1461198" y="496552"/>
                </a:lnTo>
                <a:lnTo>
                  <a:pt x="0" y="49655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9" name="TextBox 19"/>
          <p:cNvSpPr txBox="1"/>
          <p:nvPr/>
        </p:nvSpPr>
        <p:spPr>
          <a:xfrm>
            <a:off x="344545" y="3936442"/>
            <a:ext cx="1079997" cy="1349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lang="en-US" sz="846" b="1" spc="-8">
                <a:solidFill>
                  <a:srgbClr val="161C29"/>
                </a:solidFill>
                <a:latin typeface="Roboto Bold"/>
                <a:ea typeface="Roboto Bold"/>
                <a:cs typeface="Roboto Bold"/>
                <a:sym typeface="Roboto Bold"/>
              </a:rPr>
              <a:t>Cek ketersediaan alat</a:t>
            </a:r>
          </a:p>
        </p:txBody>
      </p:sp>
      <p:sp>
        <p:nvSpPr>
          <p:cNvPr id="20" name="Freeform 20"/>
          <p:cNvSpPr/>
          <p:nvPr/>
        </p:nvSpPr>
        <p:spPr>
          <a:xfrm>
            <a:off x="807178" y="4187586"/>
            <a:ext cx="165575" cy="252414"/>
          </a:xfrm>
          <a:custGeom>
            <a:avLst/>
            <a:gdLst/>
            <a:ahLst/>
            <a:cxnLst/>
            <a:rect l="l" t="t" r="r" b="b"/>
            <a:pathLst>
              <a:path w="165575" h="252414">
                <a:moveTo>
                  <a:pt x="0" y="0"/>
                </a:moveTo>
                <a:lnTo>
                  <a:pt x="165575" y="0"/>
                </a:lnTo>
                <a:lnTo>
                  <a:pt x="165575" y="252414"/>
                </a:lnTo>
                <a:lnTo>
                  <a:pt x="0" y="252414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1" name="Freeform 21"/>
          <p:cNvSpPr/>
          <p:nvPr/>
        </p:nvSpPr>
        <p:spPr>
          <a:xfrm>
            <a:off x="240084" y="4353103"/>
            <a:ext cx="1382551" cy="827586"/>
          </a:xfrm>
          <a:custGeom>
            <a:avLst/>
            <a:gdLst/>
            <a:ahLst/>
            <a:cxnLst/>
            <a:rect l="l" t="t" r="r" b="b"/>
            <a:pathLst>
              <a:path w="1382551" h="827586">
                <a:moveTo>
                  <a:pt x="0" y="0"/>
                </a:moveTo>
                <a:lnTo>
                  <a:pt x="1382550" y="0"/>
                </a:lnTo>
                <a:lnTo>
                  <a:pt x="1382550" y="827587"/>
                </a:lnTo>
                <a:lnTo>
                  <a:pt x="0" y="827587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2" name="TextBox 22"/>
          <p:cNvSpPr txBox="1"/>
          <p:nvPr/>
        </p:nvSpPr>
        <p:spPr>
          <a:xfrm>
            <a:off x="502925" y="4740460"/>
            <a:ext cx="763238" cy="1496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46"/>
              </a:lnSpc>
            </a:pPr>
            <a:r>
              <a:rPr lang="en-US" sz="955" b="1" spc="-9">
                <a:solidFill>
                  <a:srgbClr val="161C29"/>
                </a:solidFill>
                <a:latin typeface="Roboto Bold"/>
                <a:ea typeface="Roboto Bold"/>
                <a:cs typeface="Roboto Bold"/>
                <a:sym typeface="Roboto Bold"/>
              </a:rPr>
              <a:t>Alat tersedia?</a:t>
            </a:r>
          </a:p>
        </p:txBody>
      </p:sp>
      <p:sp>
        <p:nvSpPr>
          <p:cNvPr id="23" name="Freeform 23"/>
          <p:cNvSpPr/>
          <p:nvPr/>
        </p:nvSpPr>
        <p:spPr>
          <a:xfrm>
            <a:off x="1535707" y="4762759"/>
            <a:ext cx="571233" cy="169655"/>
          </a:xfrm>
          <a:custGeom>
            <a:avLst/>
            <a:gdLst/>
            <a:ahLst/>
            <a:cxnLst/>
            <a:rect l="l" t="t" r="r" b="b"/>
            <a:pathLst>
              <a:path w="571233" h="169655">
                <a:moveTo>
                  <a:pt x="0" y="0"/>
                </a:moveTo>
                <a:lnTo>
                  <a:pt x="571234" y="0"/>
                </a:lnTo>
                <a:lnTo>
                  <a:pt x="571234" y="169655"/>
                </a:lnTo>
                <a:lnTo>
                  <a:pt x="0" y="169655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4" name="TextBox 24"/>
          <p:cNvSpPr txBox="1"/>
          <p:nvPr/>
        </p:nvSpPr>
        <p:spPr>
          <a:xfrm>
            <a:off x="1607794" y="4607686"/>
            <a:ext cx="353598" cy="1496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46"/>
              </a:lnSpc>
            </a:pPr>
            <a:r>
              <a:rPr lang="en-US" sz="955" b="1" spc="-9">
                <a:solidFill>
                  <a:srgbClr val="ED7C35"/>
                </a:solidFill>
                <a:latin typeface="Roboto Bold"/>
                <a:ea typeface="Roboto Bold"/>
                <a:cs typeface="Roboto Bold"/>
                <a:sym typeface="Roboto Bold"/>
              </a:rPr>
              <a:t>TIDAK</a:t>
            </a:r>
          </a:p>
        </p:txBody>
      </p:sp>
      <p:sp>
        <p:nvSpPr>
          <p:cNvPr id="25" name="Freeform 25"/>
          <p:cNvSpPr/>
          <p:nvPr/>
        </p:nvSpPr>
        <p:spPr>
          <a:xfrm>
            <a:off x="2024153" y="4518621"/>
            <a:ext cx="1055540" cy="579310"/>
          </a:xfrm>
          <a:custGeom>
            <a:avLst/>
            <a:gdLst/>
            <a:ahLst/>
            <a:cxnLst/>
            <a:rect l="l" t="t" r="r" b="b"/>
            <a:pathLst>
              <a:path w="1055540" h="579310">
                <a:moveTo>
                  <a:pt x="0" y="0"/>
                </a:moveTo>
                <a:lnTo>
                  <a:pt x="1055540" y="0"/>
                </a:lnTo>
                <a:lnTo>
                  <a:pt x="1055540" y="579310"/>
                </a:lnTo>
                <a:lnTo>
                  <a:pt x="0" y="579310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6" name="TextBox 26"/>
          <p:cNvSpPr txBox="1"/>
          <p:nvPr/>
        </p:nvSpPr>
        <p:spPr>
          <a:xfrm>
            <a:off x="2306163" y="4740460"/>
            <a:ext cx="591984" cy="1496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46"/>
              </a:lnSpc>
            </a:pPr>
            <a:r>
              <a:rPr lang="en-US" sz="955" b="1" spc="-9">
                <a:solidFill>
                  <a:srgbClr val="161C29"/>
                </a:solidFill>
                <a:latin typeface="Roboto Bold"/>
                <a:ea typeface="Roboto Bold"/>
                <a:cs typeface="Roboto Bold"/>
                <a:sym typeface="Roboto Bold"/>
              </a:rPr>
              <a:t>Menunggu</a:t>
            </a:r>
          </a:p>
        </p:txBody>
      </p:sp>
      <p:sp>
        <p:nvSpPr>
          <p:cNvPr id="27" name="Freeform 27"/>
          <p:cNvSpPr/>
          <p:nvPr/>
        </p:nvSpPr>
        <p:spPr>
          <a:xfrm>
            <a:off x="807178" y="5093793"/>
            <a:ext cx="165575" cy="413793"/>
          </a:xfrm>
          <a:custGeom>
            <a:avLst/>
            <a:gdLst/>
            <a:ahLst/>
            <a:cxnLst/>
            <a:rect l="l" t="t" r="r" b="b"/>
            <a:pathLst>
              <a:path w="165575" h="413793">
                <a:moveTo>
                  <a:pt x="0" y="0"/>
                </a:moveTo>
                <a:lnTo>
                  <a:pt x="165575" y="0"/>
                </a:lnTo>
                <a:lnTo>
                  <a:pt x="165575" y="413793"/>
                </a:lnTo>
                <a:lnTo>
                  <a:pt x="0" y="413793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8" name="Freeform 28"/>
          <p:cNvSpPr/>
          <p:nvPr/>
        </p:nvSpPr>
        <p:spPr>
          <a:xfrm>
            <a:off x="322871" y="5503448"/>
            <a:ext cx="1216976" cy="496552"/>
          </a:xfrm>
          <a:custGeom>
            <a:avLst/>
            <a:gdLst/>
            <a:ahLst/>
            <a:cxnLst/>
            <a:rect l="l" t="t" r="r" b="b"/>
            <a:pathLst>
              <a:path w="1216976" h="496552">
                <a:moveTo>
                  <a:pt x="0" y="0"/>
                </a:moveTo>
                <a:lnTo>
                  <a:pt x="1216976" y="0"/>
                </a:lnTo>
                <a:lnTo>
                  <a:pt x="1216976" y="496552"/>
                </a:lnTo>
                <a:lnTo>
                  <a:pt x="0" y="496552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9" name="TextBox 29"/>
          <p:cNvSpPr txBox="1"/>
          <p:nvPr/>
        </p:nvSpPr>
        <p:spPr>
          <a:xfrm>
            <a:off x="574158" y="5647746"/>
            <a:ext cx="620771" cy="1496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46"/>
              </a:lnSpc>
            </a:pPr>
            <a:r>
              <a:rPr lang="en-US" sz="955" b="1" spc="-9">
                <a:solidFill>
                  <a:srgbClr val="161C29"/>
                </a:solidFill>
                <a:latin typeface="Roboto Bold"/>
                <a:ea typeface="Roboto Bold"/>
                <a:cs typeface="Roboto Bold"/>
                <a:sym typeface="Roboto Bold"/>
              </a:rPr>
              <a:t>Pinjam alat</a:t>
            </a:r>
          </a:p>
        </p:txBody>
      </p:sp>
      <p:sp>
        <p:nvSpPr>
          <p:cNvPr id="30" name="Freeform 30"/>
          <p:cNvSpPr/>
          <p:nvPr/>
        </p:nvSpPr>
        <p:spPr>
          <a:xfrm>
            <a:off x="1697143" y="5337931"/>
            <a:ext cx="492585" cy="417931"/>
          </a:xfrm>
          <a:custGeom>
            <a:avLst/>
            <a:gdLst/>
            <a:ahLst/>
            <a:cxnLst/>
            <a:rect l="l" t="t" r="r" b="b"/>
            <a:pathLst>
              <a:path w="492585" h="417931">
                <a:moveTo>
                  <a:pt x="0" y="0"/>
                </a:moveTo>
                <a:lnTo>
                  <a:pt x="492585" y="0"/>
                </a:lnTo>
                <a:lnTo>
                  <a:pt x="492585" y="417931"/>
                </a:lnTo>
                <a:lnTo>
                  <a:pt x="0" y="417931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1" name="TextBox 31"/>
          <p:cNvSpPr txBox="1"/>
          <p:nvPr/>
        </p:nvSpPr>
        <p:spPr>
          <a:xfrm>
            <a:off x="2185540" y="5372674"/>
            <a:ext cx="1237623" cy="3066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14"/>
              </a:lnSpc>
            </a:pPr>
            <a:r>
              <a:rPr lang="en-US" sz="1928" b="1" spc="-18">
                <a:solidFill>
                  <a:srgbClr val="073169"/>
                </a:solidFill>
                <a:latin typeface="Roboto Bold"/>
                <a:ea typeface="Roboto Bold"/>
                <a:cs typeface="Roboto Bold"/>
                <a:sym typeface="Roboto Bold"/>
              </a:rPr>
              <a:t>SEQUENCE</a:t>
            </a:r>
          </a:p>
        </p:txBody>
      </p:sp>
      <p:sp>
        <p:nvSpPr>
          <p:cNvPr id="32" name="Freeform 32"/>
          <p:cNvSpPr/>
          <p:nvPr/>
        </p:nvSpPr>
        <p:spPr>
          <a:xfrm>
            <a:off x="1697143" y="5751724"/>
            <a:ext cx="492585" cy="413793"/>
          </a:xfrm>
          <a:custGeom>
            <a:avLst/>
            <a:gdLst/>
            <a:ahLst/>
            <a:cxnLst/>
            <a:rect l="l" t="t" r="r" b="b"/>
            <a:pathLst>
              <a:path w="492585" h="413793">
                <a:moveTo>
                  <a:pt x="0" y="0"/>
                </a:moveTo>
                <a:lnTo>
                  <a:pt x="492585" y="0"/>
                </a:lnTo>
                <a:lnTo>
                  <a:pt x="492585" y="413793"/>
                </a:lnTo>
                <a:lnTo>
                  <a:pt x="0" y="413793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3" name="TextBox 33"/>
          <p:cNvSpPr txBox="1"/>
          <p:nvPr/>
        </p:nvSpPr>
        <p:spPr>
          <a:xfrm>
            <a:off x="2186920" y="5804188"/>
            <a:ext cx="1099564" cy="3066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14"/>
              </a:lnSpc>
            </a:pPr>
            <a:r>
              <a:rPr lang="en-US" sz="1928" b="1" spc="-18">
                <a:solidFill>
                  <a:srgbClr val="ED7C35"/>
                </a:solidFill>
                <a:latin typeface="Roboto Bold"/>
                <a:ea typeface="Roboto Bold"/>
                <a:cs typeface="Roboto Bold"/>
                <a:sym typeface="Roboto Bold"/>
              </a:rPr>
              <a:t>DECISION</a:t>
            </a:r>
          </a:p>
        </p:txBody>
      </p:sp>
      <p:sp>
        <p:nvSpPr>
          <p:cNvPr id="34" name="Freeform 34"/>
          <p:cNvSpPr/>
          <p:nvPr/>
        </p:nvSpPr>
        <p:spPr>
          <a:xfrm>
            <a:off x="1697143" y="6161379"/>
            <a:ext cx="492585" cy="413793"/>
          </a:xfrm>
          <a:custGeom>
            <a:avLst/>
            <a:gdLst/>
            <a:ahLst/>
            <a:cxnLst/>
            <a:rect l="l" t="t" r="r" b="b"/>
            <a:pathLst>
              <a:path w="492585" h="413793">
                <a:moveTo>
                  <a:pt x="0" y="0"/>
                </a:moveTo>
                <a:lnTo>
                  <a:pt x="492585" y="0"/>
                </a:lnTo>
                <a:lnTo>
                  <a:pt x="492585" y="413793"/>
                </a:lnTo>
                <a:lnTo>
                  <a:pt x="0" y="413793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5" name="TextBox 35"/>
          <p:cNvSpPr txBox="1"/>
          <p:nvPr/>
        </p:nvSpPr>
        <p:spPr>
          <a:xfrm>
            <a:off x="2191573" y="6224638"/>
            <a:ext cx="634308" cy="3066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14"/>
              </a:lnSpc>
            </a:pPr>
            <a:r>
              <a:rPr lang="en-US" sz="1928" b="1" spc="-18">
                <a:solidFill>
                  <a:srgbClr val="073169"/>
                </a:solidFill>
                <a:latin typeface="Roboto Bold"/>
                <a:ea typeface="Roboto Bold"/>
                <a:cs typeface="Roboto Bold"/>
                <a:sym typeface="Roboto Bold"/>
              </a:rPr>
              <a:t>LOOP</a:t>
            </a:r>
          </a:p>
        </p:txBody>
      </p:sp>
      <p:sp>
        <p:nvSpPr>
          <p:cNvPr id="36" name="Freeform 36"/>
          <p:cNvSpPr/>
          <p:nvPr/>
        </p:nvSpPr>
        <p:spPr>
          <a:xfrm>
            <a:off x="78648" y="6736552"/>
            <a:ext cx="3323916" cy="662069"/>
          </a:xfrm>
          <a:custGeom>
            <a:avLst/>
            <a:gdLst/>
            <a:ahLst/>
            <a:cxnLst/>
            <a:rect l="l" t="t" r="r" b="b"/>
            <a:pathLst>
              <a:path w="3323916" h="662069">
                <a:moveTo>
                  <a:pt x="0" y="0"/>
                </a:moveTo>
                <a:lnTo>
                  <a:pt x="3323916" y="0"/>
                </a:lnTo>
                <a:lnTo>
                  <a:pt x="3323916" y="662069"/>
                </a:lnTo>
                <a:lnTo>
                  <a:pt x="0" y="662069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7" name="Freeform 37"/>
          <p:cNvSpPr/>
          <p:nvPr/>
        </p:nvSpPr>
        <p:spPr>
          <a:xfrm>
            <a:off x="240084" y="6819310"/>
            <a:ext cx="492585" cy="496552"/>
          </a:xfrm>
          <a:custGeom>
            <a:avLst/>
            <a:gdLst/>
            <a:ahLst/>
            <a:cxnLst/>
            <a:rect l="l" t="t" r="r" b="b"/>
            <a:pathLst>
              <a:path w="492585" h="496552">
                <a:moveTo>
                  <a:pt x="0" y="0"/>
                </a:moveTo>
                <a:lnTo>
                  <a:pt x="492585" y="0"/>
                </a:lnTo>
                <a:lnTo>
                  <a:pt x="492585" y="496552"/>
                </a:lnTo>
                <a:lnTo>
                  <a:pt x="0" y="496552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8" name="TextBox 38"/>
          <p:cNvSpPr txBox="1"/>
          <p:nvPr/>
        </p:nvSpPr>
        <p:spPr>
          <a:xfrm>
            <a:off x="769695" y="6886967"/>
            <a:ext cx="2385160" cy="3783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03"/>
              </a:lnSpc>
            </a:pPr>
            <a:r>
              <a:rPr lang="en-US" sz="1252" b="1" spc="-12">
                <a:solidFill>
                  <a:srgbClr val="073169"/>
                </a:solidFill>
                <a:latin typeface="Roboto Bold"/>
                <a:ea typeface="Roboto Bold"/>
                <a:cs typeface="Roboto Bold"/>
                <a:sym typeface="Roboto Bold"/>
              </a:rPr>
              <a:t>Flowchart </a:t>
            </a:r>
            <a:r>
              <a:rPr lang="en-US" sz="1252" spc="-12">
                <a:solidFill>
                  <a:srgbClr val="161C29"/>
                </a:solidFill>
                <a:latin typeface="Roboto"/>
                <a:ea typeface="Roboto"/>
                <a:cs typeface="Roboto"/>
                <a:sym typeface="Roboto"/>
              </a:rPr>
              <a:t>membantu kita melihat alur berpikir secara visual.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3121193" y="204028"/>
            <a:ext cx="187119" cy="1496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46"/>
              </a:lnSpc>
            </a:pPr>
            <a:r>
              <a:rPr lang="en-US" sz="955" b="1" spc="-9">
                <a:solidFill>
                  <a:srgbClr val="161C29"/>
                </a:solidFill>
                <a:latin typeface="Roboto Bold"/>
                <a:ea typeface="Roboto Bold"/>
                <a:cs typeface="Roboto Bold"/>
                <a:sym typeface="Roboto Bold"/>
              </a:rPr>
              <a:t>1/6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971075" y="5238361"/>
            <a:ext cx="159496" cy="1496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46"/>
              </a:lnSpc>
            </a:pPr>
            <a:r>
              <a:rPr lang="en-US" sz="955" b="1" spc="-9">
                <a:solidFill>
                  <a:srgbClr val="073169"/>
                </a:solidFill>
                <a:latin typeface="Roboto Bold"/>
                <a:ea typeface="Roboto Bold"/>
                <a:cs typeface="Roboto Bold"/>
                <a:sym typeface="Roboto Bold"/>
              </a:rPr>
              <a:t>YA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3564000" cy="7560000"/>
          </a:xfrm>
          <a:custGeom>
            <a:avLst/>
            <a:gdLst/>
            <a:ahLst/>
            <a:cxnLst/>
            <a:rect l="l" t="t" r="r" b="b"/>
            <a:pathLst>
              <a:path w="3564000" h="7560000">
                <a:moveTo>
                  <a:pt x="0" y="0"/>
                </a:moveTo>
                <a:lnTo>
                  <a:pt x="3564000" y="0"/>
                </a:lnTo>
                <a:lnTo>
                  <a:pt x="3564000" y="7560000"/>
                </a:lnTo>
                <a:lnTo>
                  <a:pt x="0" y="7560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>
            <a:off x="2914118" y="0"/>
            <a:ext cx="649882" cy="413793"/>
          </a:xfrm>
          <a:custGeom>
            <a:avLst/>
            <a:gdLst/>
            <a:ahLst/>
            <a:cxnLst/>
            <a:rect l="l" t="t" r="r" b="b"/>
            <a:pathLst>
              <a:path w="649882" h="413793">
                <a:moveTo>
                  <a:pt x="0" y="0"/>
                </a:moveTo>
                <a:lnTo>
                  <a:pt x="649882" y="0"/>
                </a:lnTo>
                <a:lnTo>
                  <a:pt x="649882" y="413793"/>
                </a:lnTo>
                <a:lnTo>
                  <a:pt x="0" y="41379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TextBox 4"/>
          <p:cNvSpPr txBox="1"/>
          <p:nvPr/>
        </p:nvSpPr>
        <p:spPr>
          <a:xfrm>
            <a:off x="3094960" y="10743"/>
            <a:ext cx="339405" cy="337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99"/>
              </a:lnSpc>
            </a:pPr>
            <a:r>
              <a:rPr lang="en-US" sz="1928" b="1">
                <a:solidFill>
                  <a:srgbClr val="FFFFFF"/>
                </a:solidFill>
                <a:latin typeface="Roboto Condensed Bold"/>
                <a:ea typeface="Roboto Condensed Bold"/>
                <a:cs typeface="Roboto Condensed Bold"/>
                <a:sym typeface="Roboto Condensed Bold"/>
              </a:rPr>
              <a:t>2</a:t>
            </a:r>
            <a:r>
              <a:rPr lang="en-US" sz="1928" b="1">
                <a:solidFill>
                  <a:srgbClr val="F4BA14"/>
                </a:solidFill>
                <a:latin typeface="Roboto Condensed Bold"/>
                <a:ea typeface="Roboto Condensed Bold"/>
                <a:cs typeface="Roboto Condensed Bold"/>
                <a:sym typeface="Roboto Condensed Bold"/>
              </a:rPr>
              <a:t>/</a:t>
            </a:r>
            <a:r>
              <a:rPr lang="en-US" sz="1928" b="1">
                <a:solidFill>
                  <a:srgbClr val="FFFFFF"/>
                </a:solidFill>
                <a:latin typeface="Roboto Condensed Bold"/>
                <a:ea typeface="Roboto Condensed Bold"/>
                <a:cs typeface="Roboto Condensed Bold"/>
                <a:sym typeface="Roboto Condensed Bold"/>
              </a:rPr>
              <a:t>6</a:t>
            </a:r>
          </a:p>
        </p:txBody>
      </p:sp>
      <p:sp>
        <p:nvSpPr>
          <p:cNvPr id="5" name="Freeform 5"/>
          <p:cNvSpPr/>
          <p:nvPr/>
        </p:nvSpPr>
        <p:spPr>
          <a:xfrm>
            <a:off x="78648" y="409655"/>
            <a:ext cx="654021" cy="579310"/>
          </a:xfrm>
          <a:custGeom>
            <a:avLst/>
            <a:gdLst/>
            <a:ahLst/>
            <a:cxnLst/>
            <a:rect l="l" t="t" r="r" b="b"/>
            <a:pathLst>
              <a:path w="654021" h="579310">
                <a:moveTo>
                  <a:pt x="0" y="0"/>
                </a:moveTo>
                <a:lnTo>
                  <a:pt x="654021" y="0"/>
                </a:lnTo>
                <a:lnTo>
                  <a:pt x="654021" y="579311"/>
                </a:lnTo>
                <a:lnTo>
                  <a:pt x="0" y="57931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6"/>
          <p:cNvSpPr/>
          <p:nvPr/>
        </p:nvSpPr>
        <p:spPr>
          <a:xfrm>
            <a:off x="401519" y="653793"/>
            <a:ext cx="409798" cy="335172"/>
          </a:xfrm>
          <a:custGeom>
            <a:avLst/>
            <a:gdLst/>
            <a:ahLst/>
            <a:cxnLst/>
            <a:rect l="l" t="t" r="r" b="b"/>
            <a:pathLst>
              <a:path w="409798" h="335172">
                <a:moveTo>
                  <a:pt x="0" y="0"/>
                </a:moveTo>
                <a:lnTo>
                  <a:pt x="409798" y="0"/>
                </a:lnTo>
                <a:lnTo>
                  <a:pt x="409798" y="335173"/>
                </a:lnTo>
                <a:lnTo>
                  <a:pt x="0" y="33517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TextBox 7"/>
          <p:cNvSpPr txBox="1"/>
          <p:nvPr/>
        </p:nvSpPr>
        <p:spPr>
          <a:xfrm>
            <a:off x="799687" y="304794"/>
            <a:ext cx="1474278" cy="5716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524"/>
              </a:lnSpc>
            </a:pPr>
            <a:r>
              <a:rPr lang="en-US" sz="3231" b="1">
                <a:solidFill>
                  <a:srgbClr val="13274B"/>
                </a:solidFill>
                <a:latin typeface="Roboto Condensed Bold"/>
                <a:ea typeface="Roboto Condensed Bold"/>
                <a:cs typeface="Roboto Condensed Bold"/>
                <a:sym typeface="Roboto Condensed Bold"/>
              </a:rPr>
              <a:t>5 Simbol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791097" y="763126"/>
            <a:ext cx="2333257" cy="337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99"/>
              </a:lnSpc>
            </a:pPr>
            <a:r>
              <a:rPr lang="en-US" sz="1928" b="1">
                <a:solidFill>
                  <a:srgbClr val="13274B"/>
                </a:solidFill>
                <a:latin typeface="Roboto Condensed Bold"/>
                <a:ea typeface="Roboto Condensed Bold"/>
                <a:cs typeface="Roboto Condensed Bold"/>
                <a:sym typeface="Roboto Condensed Bold"/>
              </a:rPr>
              <a:t>yang Perlu Kamu Kenal</a:t>
            </a:r>
          </a:p>
        </p:txBody>
      </p:sp>
      <p:sp>
        <p:nvSpPr>
          <p:cNvPr id="9" name="Freeform 9"/>
          <p:cNvSpPr/>
          <p:nvPr/>
        </p:nvSpPr>
        <p:spPr>
          <a:xfrm>
            <a:off x="807178" y="1150345"/>
            <a:ext cx="2028293" cy="82759"/>
          </a:xfrm>
          <a:custGeom>
            <a:avLst/>
            <a:gdLst/>
            <a:ahLst/>
            <a:cxnLst/>
            <a:rect l="l" t="t" r="r" b="b"/>
            <a:pathLst>
              <a:path w="2028293" h="82759">
                <a:moveTo>
                  <a:pt x="0" y="0"/>
                </a:moveTo>
                <a:lnTo>
                  <a:pt x="2028292" y="0"/>
                </a:lnTo>
                <a:lnTo>
                  <a:pt x="2028292" y="82758"/>
                </a:lnTo>
                <a:lnTo>
                  <a:pt x="0" y="8275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0" name="Freeform 10"/>
          <p:cNvSpPr/>
          <p:nvPr/>
        </p:nvSpPr>
        <p:spPr>
          <a:xfrm>
            <a:off x="78648" y="1477241"/>
            <a:ext cx="409798" cy="413793"/>
          </a:xfrm>
          <a:custGeom>
            <a:avLst/>
            <a:gdLst/>
            <a:ahLst/>
            <a:cxnLst/>
            <a:rect l="l" t="t" r="r" b="b"/>
            <a:pathLst>
              <a:path w="409798" h="413793">
                <a:moveTo>
                  <a:pt x="0" y="0"/>
                </a:moveTo>
                <a:lnTo>
                  <a:pt x="409798" y="0"/>
                </a:lnTo>
                <a:lnTo>
                  <a:pt x="409798" y="413793"/>
                </a:lnTo>
                <a:lnTo>
                  <a:pt x="0" y="41379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1" name="Freeform 11"/>
          <p:cNvSpPr/>
          <p:nvPr/>
        </p:nvSpPr>
        <p:spPr>
          <a:xfrm>
            <a:off x="562955" y="1477241"/>
            <a:ext cx="1543986" cy="744828"/>
          </a:xfrm>
          <a:custGeom>
            <a:avLst/>
            <a:gdLst/>
            <a:ahLst/>
            <a:cxnLst/>
            <a:rect l="l" t="t" r="r" b="b"/>
            <a:pathLst>
              <a:path w="1543986" h="744828">
                <a:moveTo>
                  <a:pt x="0" y="0"/>
                </a:moveTo>
                <a:lnTo>
                  <a:pt x="1543986" y="0"/>
                </a:lnTo>
                <a:lnTo>
                  <a:pt x="1543986" y="744828"/>
                </a:lnTo>
                <a:lnTo>
                  <a:pt x="0" y="74482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2" name="TextBox 12"/>
          <p:cNvSpPr txBox="1"/>
          <p:nvPr/>
        </p:nvSpPr>
        <p:spPr>
          <a:xfrm>
            <a:off x="888360" y="1724255"/>
            <a:ext cx="960128" cy="2208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18"/>
              </a:lnSpc>
            </a:pPr>
            <a:r>
              <a:rPr lang="en-US" sz="1227" b="1">
                <a:solidFill>
                  <a:srgbClr val="272727"/>
                </a:solidFill>
                <a:latin typeface="Roboto Bold"/>
                <a:ea typeface="Roboto Bold"/>
                <a:cs typeface="Roboto Bold"/>
                <a:sym typeface="Roboto Bold"/>
              </a:rPr>
              <a:t>START / END</a:t>
            </a:r>
          </a:p>
        </p:txBody>
      </p:sp>
      <p:sp>
        <p:nvSpPr>
          <p:cNvPr id="13" name="Freeform 13"/>
          <p:cNvSpPr/>
          <p:nvPr/>
        </p:nvSpPr>
        <p:spPr>
          <a:xfrm>
            <a:off x="2264237" y="1477241"/>
            <a:ext cx="1138328" cy="413793"/>
          </a:xfrm>
          <a:custGeom>
            <a:avLst/>
            <a:gdLst/>
            <a:ahLst/>
            <a:cxnLst/>
            <a:rect l="l" t="t" r="r" b="b"/>
            <a:pathLst>
              <a:path w="1138328" h="413793">
                <a:moveTo>
                  <a:pt x="0" y="0"/>
                </a:moveTo>
                <a:lnTo>
                  <a:pt x="1138327" y="0"/>
                </a:lnTo>
                <a:lnTo>
                  <a:pt x="1138327" y="413793"/>
                </a:lnTo>
                <a:lnTo>
                  <a:pt x="0" y="41379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TextBox 14"/>
          <p:cNvSpPr txBox="1"/>
          <p:nvPr/>
        </p:nvSpPr>
        <p:spPr>
          <a:xfrm>
            <a:off x="2371814" y="1601039"/>
            <a:ext cx="882696" cy="1859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89"/>
              </a:lnSpc>
            </a:pPr>
            <a:r>
              <a:rPr lang="en-US" sz="1063" b="1">
                <a:solidFill>
                  <a:srgbClr val="FFFFFF"/>
                </a:solidFill>
                <a:latin typeface="Roboto Bold"/>
                <a:ea typeface="Roboto Bold"/>
                <a:cs typeface="Roboto Bold"/>
                <a:sym typeface="Roboto Bold"/>
              </a:rPr>
              <a:t>TERMINATOR</a:t>
            </a:r>
          </a:p>
        </p:txBody>
      </p:sp>
      <p:sp>
        <p:nvSpPr>
          <p:cNvPr id="15" name="Freeform 15"/>
          <p:cNvSpPr/>
          <p:nvPr/>
        </p:nvSpPr>
        <p:spPr>
          <a:xfrm>
            <a:off x="2347024" y="1886897"/>
            <a:ext cx="86927" cy="169655"/>
          </a:xfrm>
          <a:custGeom>
            <a:avLst/>
            <a:gdLst/>
            <a:ahLst/>
            <a:cxnLst/>
            <a:rect l="l" t="t" r="r" b="b"/>
            <a:pathLst>
              <a:path w="86927" h="169655">
                <a:moveTo>
                  <a:pt x="0" y="0"/>
                </a:moveTo>
                <a:lnTo>
                  <a:pt x="86927" y="0"/>
                </a:lnTo>
                <a:lnTo>
                  <a:pt x="86927" y="169655"/>
                </a:lnTo>
                <a:lnTo>
                  <a:pt x="0" y="16965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6" name="TextBox 16"/>
          <p:cNvSpPr txBox="1"/>
          <p:nvPr/>
        </p:nvSpPr>
        <p:spPr>
          <a:xfrm>
            <a:off x="2372640" y="2043684"/>
            <a:ext cx="800106" cy="1795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8"/>
              </a:lnSpc>
            </a:pPr>
            <a:r>
              <a:rPr lang="en-US" sz="1027" b="1">
                <a:solidFill>
                  <a:srgbClr val="545454"/>
                </a:solidFill>
                <a:latin typeface="Roboto Bold"/>
                <a:ea typeface="Roboto Bold"/>
                <a:cs typeface="Roboto Bold"/>
                <a:sym typeface="Roboto Bold"/>
              </a:rPr>
              <a:t>START / END</a:t>
            </a:r>
          </a:p>
        </p:txBody>
      </p:sp>
      <p:sp>
        <p:nvSpPr>
          <p:cNvPr id="17" name="Freeform 17"/>
          <p:cNvSpPr/>
          <p:nvPr/>
        </p:nvSpPr>
        <p:spPr>
          <a:xfrm>
            <a:off x="78648" y="2544828"/>
            <a:ext cx="409798" cy="413793"/>
          </a:xfrm>
          <a:custGeom>
            <a:avLst/>
            <a:gdLst/>
            <a:ahLst/>
            <a:cxnLst/>
            <a:rect l="l" t="t" r="r" b="b"/>
            <a:pathLst>
              <a:path w="409798" h="413793">
                <a:moveTo>
                  <a:pt x="0" y="0"/>
                </a:moveTo>
                <a:lnTo>
                  <a:pt x="409798" y="0"/>
                </a:lnTo>
                <a:lnTo>
                  <a:pt x="409798" y="413793"/>
                </a:lnTo>
                <a:lnTo>
                  <a:pt x="0" y="413793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8" name="Freeform 18"/>
          <p:cNvSpPr/>
          <p:nvPr/>
        </p:nvSpPr>
        <p:spPr>
          <a:xfrm>
            <a:off x="562955" y="2544828"/>
            <a:ext cx="1543986" cy="827586"/>
          </a:xfrm>
          <a:custGeom>
            <a:avLst/>
            <a:gdLst/>
            <a:ahLst/>
            <a:cxnLst/>
            <a:rect l="l" t="t" r="r" b="b"/>
            <a:pathLst>
              <a:path w="1543986" h="827586">
                <a:moveTo>
                  <a:pt x="0" y="0"/>
                </a:moveTo>
                <a:lnTo>
                  <a:pt x="1543986" y="0"/>
                </a:lnTo>
                <a:lnTo>
                  <a:pt x="1543986" y="827586"/>
                </a:lnTo>
                <a:lnTo>
                  <a:pt x="0" y="827586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9" name="TextBox 19"/>
          <p:cNvSpPr txBox="1"/>
          <p:nvPr/>
        </p:nvSpPr>
        <p:spPr>
          <a:xfrm>
            <a:off x="952756" y="2851324"/>
            <a:ext cx="785340" cy="1859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89"/>
              </a:lnSpc>
            </a:pPr>
            <a:r>
              <a:rPr lang="en-US" sz="1063" b="1">
                <a:solidFill>
                  <a:srgbClr val="272727"/>
                </a:solidFill>
                <a:latin typeface="Roboto Bold"/>
                <a:ea typeface="Roboto Bold"/>
                <a:cs typeface="Roboto Bold"/>
                <a:sym typeface="Roboto Bold"/>
              </a:rPr>
              <a:t>Periksa APD</a:t>
            </a:r>
          </a:p>
        </p:txBody>
      </p:sp>
      <p:sp>
        <p:nvSpPr>
          <p:cNvPr id="20" name="Freeform 20"/>
          <p:cNvSpPr/>
          <p:nvPr/>
        </p:nvSpPr>
        <p:spPr>
          <a:xfrm>
            <a:off x="2264237" y="2544828"/>
            <a:ext cx="1138328" cy="413793"/>
          </a:xfrm>
          <a:custGeom>
            <a:avLst/>
            <a:gdLst/>
            <a:ahLst/>
            <a:cxnLst/>
            <a:rect l="l" t="t" r="r" b="b"/>
            <a:pathLst>
              <a:path w="1138328" h="413793">
                <a:moveTo>
                  <a:pt x="0" y="0"/>
                </a:moveTo>
                <a:lnTo>
                  <a:pt x="1138327" y="0"/>
                </a:lnTo>
                <a:lnTo>
                  <a:pt x="1138327" y="413793"/>
                </a:lnTo>
                <a:lnTo>
                  <a:pt x="0" y="413793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1" name="TextBox 21"/>
          <p:cNvSpPr txBox="1"/>
          <p:nvPr/>
        </p:nvSpPr>
        <p:spPr>
          <a:xfrm>
            <a:off x="2374461" y="2652164"/>
            <a:ext cx="618004" cy="1859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89"/>
              </a:lnSpc>
            </a:pPr>
            <a:r>
              <a:rPr lang="en-US" sz="1063" b="1">
                <a:solidFill>
                  <a:srgbClr val="FFFFFF"/>
                </a:solidFill>
                <a:latin typeface="Roboto Bold"/>
                <a:ea typeface="Roboto Bold"/>
                <a:cs typeface="Roboto Bold"/>
                <a:sym typeface="Roboto Bold"/>
              </a:rPr>
              <a:t>PROCESS</a:t>
            </a:r>
          </a:p>
        </p:txBody>
      </p:sp>
      <p:sp>
        <p:nvSpPr>
          <p:cNvPr id="22" name="Freeform 22"/>
          <p:cNvSpPr/>
          <p:nvPr/>
        </p:nvSpPr>
        <p:spPr>
          <a:xfrm>
            <a:off x="2347024" y="2954483"/>
            <a:ext cx="86927" cy="169655"/>
          </a:xfrm>
          <a:custGeom>
            <a:avLst/>
            <a:gdLst/>
            <a:ahLst/>
            <a:cxnLst/>
            <a:rect l="l" t="t" r="r" b="b"/>
            <a:pathLst>
              <a:path w="86927" h="169655">
                <a:moveTo>
                  <a:pt x="0" y="0"/>
                </a:moveTo>
                <a:lnTo>
                  <a:pt x="86927" y="0"/>
                </a:lnTo>
                <a:lnTo>
                  <a:pt x="86927" y="169655"/>
                </a:lnTo>
                <a:lnTo>
                  <a:pt x="0" y="169655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3" name="TextBox 23"/>
          <p:cNvSpPr txBox="1"/>
          <p:nvPr/>
        </p:nvSpPr>
        <p:spPr>
          <a:xfrm>
            <a:off x="2373092" y="3105873"/>
            <a:ext cx="754890" cy="1795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8"/>
              </a:lnSpc>
            </a:pPr>
            <a:r>
              <a:rPr lang="en-US" sz="1027" b="1">
                <a:solidFill>
                  <a:srgbClr val="545454"/>
                </a:solidFill>
                <a:latin typeface="Roboto Bold"/>
                <a:ea typeface="Roboto Bold"/>
                <a:cs typeface="Roboto Bold"/>
                <a:sym typeface="Roboto Bold"/>
              </a:rPr>
              <a:t>Periksa APD</a:t>
            </a:r>
          </a:p>
        </p:txBody>
      </p:sp>
      <p:sp>
        <p:nvSpPr>
          <p:cNvPr id="24" name="Freeform 24"/>
          <p:cNvSpPr/>
          <p:nvPr/>
        </p:nvSpPr>
        <p:spPr>
          <a:xfrm>
            <a:off x="78648" y="3612414"/>
            <a:ext cx="409798" cy="417931"/>
          </a:xfrm>
          <a:custGeom>
            <a:avLst/>
            <a:gdLst/>
            <a:ahLst/>
            <a:cxnLst/>
            <a:rect l="l" t="t" r="r" b="b"/>
            <a:pathLst>
              <a:path w="409798" h="417931">
                <a:moveTo>
                  <a:pt x="0" y="0"/>
                </a:moveTo>
                <a:lnTo>
                  <a:pt x="409798" y="0"/>
                </a:lnTo>
                <a:lnTo>
                  <a:pt x="409798" y="417931"/>
                </a:lnTo>
                <a:lnTo>
                  <a:pt x="0" y="417931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5" name="Freeform 25"/>
          <p:cNvSpPr/>
          <p:nvPr/>
        </p:nvSpPr>
        <p:spPr>
          <a:xfrm>
            <a:off x="562955" y="3612414"/>
            <a:ext cx="1626774" cy="827586"/>
          </a:xfrm>
          <a:custGeom>
            <a:avLst/>
            <a:gdLst/>
            <a:ahLst/>
            <a:cxnLst/>
            <a:rect l="l" t="t" r="r" b="b"/>
            <a:pathLst>
              <a:path w="1626774" h="827586">
                <a:moveTo>
                  <a:pt x="0" y="0"/>
                </a:moveTo>
                <a:lnTo>
                  <a:pt x="1626773" y="0"/>
                </a:lnTo>
                <a:lnTo>
                  <a:pt x="1626773" y="827586"/>
                </a:lnTo>
                <a:lnTo>
                  <a:pt x="0" y="827586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6" name="TextBox 26"/>
          <p:cNvSpPr txBox="1"/>
          <p:nvPr/>
        </p:nvSpPr>
        <p:spPr>
          <a:xfrm>
            <a:off x="867468" y="3935642"/>
            <a:ext cx="961005" cy="1859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89"/>
              </a:lnSpc>
            </a:pPr>
            <a:r>
              <a:rPr lang="en-US" sz="1063" b="1">
                <a:solidFill>
                  <a:srgbClr val="272727"/>
                </a:solidFill>
                <a:latin typeface="Roboto Bold"/>
                <a:ea typeface="Roboto Bold"/>
                <a:cs typeface="Roboto Bold"/>
                <a:sym typeface="Roboto Bold"/>
              </a:rPr>
              <a:t>Masukkan data</a:t>
            </a:r>
          </a:p>
        </p:txBody>
      </p:sp>
      <p:sp>
        <p:nvSpPr>
          <p:cNvPr id="27" name="Freeform 27"/>
          <p:cNvSpPr/>
          <p:nvPr/>
        </p:nvSpPr>
        <p:spPr>
          <a:xfrm>
            <a:off x="2264237" y="3612414"/>
            <a:ext cx="1221115" cy="417931"/>
          </a:xfrm>
          <a:custGeom>
            <a:avLst/>
            <a:gdLst/>
            <a:ahLst/>
            <a:cxnLst/>
            <a:rect l="l" t="t" r="r" b="b"/>
            <a:pathLst>
              <a:path w="1221115" h="417931">
                <a:moveTo>
                  <a:pt x="0" y="0"/>
                </a:moveTo>
                <a:lnTo>
                  <a:pt x="1221115" y="0"/>
                </a:lnTo>
                <a:lnTo>
                  <a:pt x="1221115" y="417931"/>
                </a:lnTo>
                <a:lnTo>
                  <a:pt x="0" y="417931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8" name="TextBox 28"/>
          <p:cNvSpPr txBox="1"/>
          <p:nvPr/>
        </p:nvSpPr>
        <p:spPr>
          <a:xfrm>
            <a:off x="2369902" y="3736481"/>
            <a:ext cx="1073860" cy="1859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89"/>
              </a:lnSpc>
            </a:pPr>
            <a:r>
              <a:rPr lang="en-US" sz="1063" b="1">
                <a:solidFill>
                  <a:srgbClr val="FFFFFF"/>
                </a:solidFill>
                <a:latin typeface="Roboto Bold"/>
                <a:ea typeface="Roboto Bold"/>
                <a:cs typeface="Roboto Bold"/>
                <a:sym typeface="Roboto Bold"/>
              </a:rPr>
              <a:t>INPUT / OUTPUT</a:t>
            </a:r>
          </a:p>
        </p:txBody>
      </p:sp>
      <p:sp>
        <p:nvSpPr>
          <p:cNvPr id="29" name="Freeform 29"/>
          <p:cNvSpPr/>
          <p:nvPr/>
        </p:nvSpPr>
        <p:spPr>
          <a:xfrm>
            <a:off x="2347024" y="4026207"/>
            <a:ext cx="86927" cy="165517"/>
          </a:xfrm>
          <a:custGeom>
            <a:avLst/>
            <a:gdLst/>
            <a:ahLst/>
            <a:cxnLst/>
            <a:rect l="l" t="t" r="r" b="b"/>
            <a:pathLst>
              <a:path w="86927" h="165517">
                <a:moveTo>
                  <a:pt x="0" y="0"/>
                </a:moveTo>
                <a:lnTo>
                  <a:pt x="86927" y="0"/>
                </a:lnTo>
                <a:lnTo>
                  <a:pt x="86927" y="165517"/>
                </a:lnTo>
                <a:lnTo>
                  <a:pt x="0" y="165517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0" name="TextBox 30"/>
          <p:cNvSpPr txBox="1"/>
          <p:nvPr/>
        </p:nvSpPr>
        <p:spPr>
          <a:xfrm>
            <a:off x="2371403" y="4179126"/>
            <a:ext cx="923745" cy="1795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8"/>
              </a:lnSpc>
            </a:pPr>
            <a:r>
              <a:rPr lang="en-US" sz="1027" b="1">
                <a:solidFill>
                  <a:srgbClr val="545454"/>
                </a:solidFill>
                <a:latin typeface="Roboto Bold"/>
                <a:ea typeface="Roboto Bold"/>
                <a:cs typeface="Roboto Bold"/>
                <a:sym typeface="Roboto Bold"/>
              </a:rPr>
              <a:t>Masukkan data</a:t>
            </a:r>
          </a:p>
        </p:txBody>
      </p:sp>
      <p:sp>
        <p:nvSpPr>
          <p:cNvPr id="31" name="Freeform 31"/>
          <p:cNvSpPr/>
          <p:nvPr/>
        </p:nvSpPr>
        <p:spPr>
          <a:xfrm>
            <a:off x="78648" y="4762759"/>
            <a:ext cx="409798" cy="417931"/>
          </a:xfrm>
          <a:custGeom>
            <a:avLst/>
            <a:gdLst/>
            <a:ahLst/>
            <a:cxnLst/>
            <a:rect l="l" t="t" r="r" b="b"/>
            <a:pathLst>
              <a:path w="409798" h="417931">
                <a:moveTo>
                  <a:pt x="0" y="0"/>
                </a:moveTo>
                <a:lnTo>
                  <a:pt x="409798" y="0"/>
                </a:lnTo>
                <a:lnTo>
                  <a:pt x="409798" y="417931"/>
                </a:lnTo>
                <a:lnTo>
                  <a:pt x="0" y="417931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2" name="TextBox 32"/>
          <p:cNvSpPr txBox="1"/>
          <p:nvPr/>
        </p:nvSpPr>
        <p:spPr>
          <a:xfrm>
            <a:off x="228537" y="4759985"/>
            <a:ext cx="127863" cy="3379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99"/>
              </a:lnSpc>
            </a:pPr>
            <a:r>
              <a:rPr lang="en-US" sz="1928" b="1">
                <a:solidFill>
                  <a:srgbClr val="FFFFFF"/>
                </a:solidFill>
                <a:latin typeface="Roboto Condensed Bold"/>
                <a:ea typeface="Roboto Condensed Bold"/>
                <a:cs typeface="Roboto Condensed Bold"/>
                <a:sym typeface="Roboto Condensed Bold"/>
              </a:rPr>
              <a:t>4</a:t>
            </a:r>
          </a:p>
        </p:txBody>
      </p:sp>
      <p:sp>
        <p:nvSpPr>
          <p:cNvPr id="33" name="Freeform 33"/>
          <p:cNvSpPr/>
          <p:nvPr/>
        </p:nvSpPr>
        <p:spPr>
          <a:xfrm>
            <a:off x="562955" y="4601379"/>
            <a:ext cx="1465338" cy="1071724"/>
          </a:xfrm>
          <a:custGeom>
            <a:avLst/>
            <a:gdLst/>
            <a:ahLst/>
            <a:cxnLst/>
            <a:rect l="l" t="t" r="r" b="b"/>
            <a:pathLst>
              <a:path w="1465338" h="1071724">
                <a:moveTo>
                  <a:pt x="0" y="0"/>
                </a:moveTo>
                <a:lnTo>
                  <a:pt x="1465338" y="0"/>
                </a:lnTo>
                <a:lnTo>
                  <a:pt x="1465338" y="1071724"/>
                </a:lnTo>
                <a:lnTo>
                  <a:pt x="0" y="1071724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4" name="TextBox 34"/>
          <p:cNvSpPr txBox="1"/>
          <p:nvPr/>
        </p:nvSpPr>
        <p:spPr>
          <a:xfrm>
            <a:off x="878733" y="5019960"/>
            <a:ext cx="878668" cy="1859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89"/>
              </a:lnSpc>
            </a:pPr>
            <a:r>
              <a:rPr lang="en-US" sz="1063" b="1">
                <a:solidFill>
                  <a:srgbClr val="272727"/>
                </a:solidFill>
                <a:latin typeface="Roboto Bold"/>
                <a:ea typeface="Roboto Bold"/>
                <a:cs typeface="Roboto Bold"/>
                <a:sym typeface="Roboto Bold"/>
              </a:rPr>
              <a:t>APD lengkap?</a:t>
            </a:r>
          </a:p>
        </p:txBody>
      </p:sp>
      <p:sp>
        <p:nvSpPr>
          <p:cNvPr id="35" name="Freeform 35"/>
          <p:cNvSpPr/>
          <p:nvPr/>
        </p:nvSpPr>
        <p:spPr>
          <a:xfrm>
            <a:off x="2264237" y="4762759"/>
            <a:ext cx="1138328" cy="335172"/>
          </a:xfrm>
          <a:custGeom>
            <a:avLst/>
            <a:gdLst/>
            <a:ahLst/>
            <a:cxnLst/>
            <a:rect l="l" t="t" r="r" b="b"/>
            <a:pathLst>
              <a:path w="1138328" h="335172">
                <a:moveTo>
                  <a:pt x="0" y="0"/>
                </a:moveTo>
                <a:lnTo>
                  <a:pt x="1138327" y="0"/>
                </a:lnTo>
                <a:lnTo>
                  <a:pt x="1138327" y="335172"/>
                </a:lnTo>
                <a:lnTo>
                  <a:pt x="0" y="335172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6" name="TextBox 36"/>
          <p:cNvSpPr txBox="1"/>
          <p:nvPr/>
        </p:nvSpPr>
        <p:spPr>
          <a:xfrm>
            <a:off x="2374403" y="4820799"/>
            <a:ext cx="623738" cy="1859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89"/>
              </a:lnSpc>
            </a:pPr>
            <a:r>
              <a:rPr lang="en-US" sz="1063" b="1">
                <a:solidFill>
                  <a:srgbClr val="FFFFFF"/>
                </a:solidFill>
                <a:latin typeface="Roboto Bold"/>
                <a:ea typeface="Roboto Bold"/>
                <a:cs typeface="Roboto Bold"/>
                <a:sym typeface="Roboto Bold"/>
              </a:rPr>
              <a:t>DECISION</a:t>
            </a:r>
          </a:p>
        </p:txBody>
      </p:sp>
      <p:sp>
        <p:nvSpPr>
          <p:cNvPr id="37" name="Freeform 37"/>
          <p:cNvSpPr/>
          <p:nvPr/>
        </p:nvSpPr>
        <p:spPr>
          <a:xfrm>
            <a:off x="2347024" y="5093793"/>
            <a:ext cx="86927" cy="165517"/>
          </a:xfrm>
          <a:custGeom>
            <a:avLst/>
            <a:gdLst/>
            <a:ahLst/>
            <a:cxnLst/>
            <a:rect l="l" t="t" r="r" b="b"/>
            <a:pathLst>
              <a:path w="86927" h="165517">
                <a:moveTo>
                  <a:pt x="0" y="0"/>
                </a:moveTo>
                <a:lnTo>
                  <a:pt x="86927" y="0"/>
                </a:lnTo>
                <a:lnTo>
                  <a:pt x="86927" y="165517"/>
                </a:lnTo>
                <a:lnTo>
                  <a:pt x="0" y="165517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8" name="TextBox 38"/>
          <p:cNvSpPr txBox="1"/>
          <p:nvPr/>
        </p:nvSpPr>
        <p:spPr>
          <a:xfrm>
            <a:off x="2372195" y="5263444"/>
            <a:ext cx="844600" cy="1795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8"/>
              </a:lnSpc>
            </a:pPr>
            <a:r>
              <a:rPr lang="en-US" sz="1027" b="1">
                <a:solidFill>
                  <a:srgbClr val="545454"/>
                </a:solidFill>
                <a:latin typeface="Roboto Bold"/>
                <a:ea typeface="Roboto Bold"/>
                <a:cs typeface="Roboto Bold"/>
                <a:sym typeface="Roboto Bold"/>
              </a:rPr>
              <a:t>APD lengkap?</a:t>
            </a:r>
          </a:p>
        </p:txBody>
      </p:sp>
      <p:sp>
        <p:nvSpPr>
          <p:cNvPr id="39" name="Freeform 39"/>
          <p:cNvSpPr/>
          <p:nvPr/>
        </p:nvSpPr>
        <p:spPr>
          <a:xfrm>
            <a:off x="78648" y="5830345"/>
            <a:ext cx="409798" cy="417931"/>
          </a:xfrm>
          <a:custGeom>
            <a:avLst/>
            <a:gdLst/>
            <a:ahLst/>
            <a:cxnLst/>
            <a:rect l="l" t="t" r="r" b="b"/>
            <a:pathLst>
              <a:path w="409798" h="417931">
                <a:moveTo>
                  <a:pt x="0" y="0"/>
                </a:moveTo>
                <a:lnTo>
                  <a:pt x="409798" y="0"/>
                </a:lnTo>
                <a:lnTo>
                  <a:pt x="409798" y="417931"/>
                </a:lnTo>
                <a:lnTo>
                  <a:pt x="0" y="417931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0" name="TextBox 40"/>
          <p:cNvSpPr txBox="1"/>
          <p:nvPr/>
        </p:nvSpPr>
        <p:spPr>
          <a:xfrm>
            <a:off x="227749" y="5852781"/>
            <a:ext cx="127863" cy="337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99"/>
              </a:lnSpc>
            </a:pPr>
            <a:r>
              <a:rPr lang="en-US" sz="1928" b="1">
                <a:solidFill>
                  <a:srgbClr val="FFFFFF"/>
                </a:solidFill>
                <a:latin typeface="Roboto Condensed Bold"/>
                <a:ea typeface="Roboto Condensed Bold"/>
                <a:cs typeface="Roboto Condensed Bold"/>
                <a:sym typeface="Roboto Condensed Bold"/>
              </a:rPr>
              <a:t>5</a:t>
            </a:r>
          </a:p>
        </p:txBody>
      </p:sp>
      <p:sp>
        <p:nvSpPr>
          <p:cNvPr id="41" name="Freeform 41"/>
          <p:cNvSpPr/>
          <p:nvPr/>
        </p:nvSpPr>
        <p:spPr>
          <a:xfrm>
            <a:off x="645742" y="5913103"/>
            <a:ext cx="1543986" cy="252414"/>
          </a:xfrm>
          <a:custGeom>
            <a:avLst/>
            <a:gdLst/>
            <a:ahLst/>
            <a:cxnLst/>
            <a:rect l="l" t="t" r="r" b="b"/>
            <a:pathLst>
              <a:path w="1543986" h="252414">
                <a:moveTo>
                  <a:pt x="0" y="0"/>
                </a:moveTo>
                <a:lnTo>
                  <a:pt x="1543986" y="0"/>
                </a:lnTo>
                <a:lnTo>
                  <a:pt x="1543986" y="252414"/>
                </a:lnTo>
                <a:lnTo>
                  <a:pt x="0" y="252414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2" name="Freeform 42"/>
          <p:cNvSpPr/>
          <p:nvPr/>
        </p:nvSpPr>
        <p:spPr>
          <a:xfrm>
            <a:off x="2264237" y="5830345"/>
            <a:ext cx="1138328" cy="417931"/>
          </a:xfrm>
          <a:custGeom>
            <a:avLst/>
            <a:gdLst/>
            <a:ahLst/>
            <a:cxnLst/>
            <a:rect l="l" t="t" r="r" b="b"/>
            <a:pathLst>
              <a:path w="1138328" h="417931">
                <a:moveTo>
                  <a:pt x="0" y="0"/>
                </a:moveTo>
                <a:lnTo>
                  <a:pt x="1138327" y="0"/>
                </a:lnTo>
                <a:lnTo>
                  <a:pt x="1138327" y="417931"/>
                </a:lnTo>
                <a:lnTo>
                  <a:pt x="0" y="417931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3" name="TextBox 43"/>
          <p:cNvSpPr txBox="1"/>
          <p:nvPr/>
        </p:nvSpPr>
        <p:spPr>
          <a:xfrm>
            <a:off x="2373991" y="5916182"/>
            <a:ext cx="664975" cy="1859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89"/>
              </a:lnSpc>
            </a:pPr>
            <a:r>
              <a:rPr lang="en-US" sz="1063" b="1">
                <a:solidFill>
                  <a:srgbClr val="FFFFFF"/>
                </a:solidFill>
                <a:latin typeface="Roboto Bold"/>
                <a:ea typeface="Roboto Bold"/>
                <a:cs typeface="Roboto Bold"/>
                <a:sym typeface="Roboto Bold"/>
              </a:rPr>
              <a:t>FLOWLINE</a:t>
            </a:r>
          </a:p>
        </p:txBody>
      </p:sp>
      <p:sp>
        <p:nvSpPr>
          <p:cNvPr id="44" name="Freeform 44"/>
          <p:cNvSpPr/>
          <p:nvPr/>
        </p:nvSpPr>
        <p:spPr>
          <a:xfrm>
            <a:off x="2347024" y="6244138"/>
            <a:ext cx="86927" cy="86897"/>
          </a:xfrm>
          <a:custGeom>
            <a:avLst/>
            <a:gdLst/>
            <a:ahLst/>
            <a:cxnLst/>
            <a:rect l="l" t="t" r="r" b="b"/>
            <a:pathLst>
              <a:path w="86927" h="86897">
                <a:moveTo>
                  <a:pt x="0" y="0"/>
                </a:moveTo>
                <a:lnTo>
                  <a:pt x="86927" y="0"/>
                </a:lnTo>
                <a:lnTo>
                  <a:pt x="86927" y="86896"/>
                </a:lnTo>
                <a:lnTo>
                  <a:pt x="0" y="86896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5" name="TextBox 45"/>
          <p:cNvSpPr txBox="1"/>
          <p:nvPr/>
        </p:nvSpPr>
        <p:spPr>
          <a:xfrm>
            <a:off x="2372154" y="6358760"/>
            <a:ext cx="848697" cy="3703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89"/>
              </a:lnSpc>
            </a:pPr>
            <a:r>
              <a:rPr lang="en-US" sz="1063" b="1">
                <a:solidFill>
                  <a:srgbClr val="545454"/>
                </a:solidFill>
                <a:latin typeface="Roboto Bold"/>
                <a:ea typeface="Roboto Bold"/>
                <a:cs typeface="Roboto Bold"/>
                <a:sym typeface="Roboto Bold"/>
              </a:rPr>
              <a:t>menunjukkan arah proses.</a:t>
            </a:r>
          </a:p>
        </p:txBody>
      </p:sp>
      <p:sp>
        <p:nvSpPr>
          <p:cNvPr id="46" name="Freeform 46"/>
          <p:cNvSpPr/>
          <p:nvPr/>
        </p:nvSpPr>
        <p:spPr>
          <a:xfrm>
            <a:off x="0" y="6571034"/>
            <a:ext cx="1055540" cy="988966"/>
          </a:xfrm>
          <a:custGeom>
            <a:avLst/>
            <a:gdLst/>
            <a:ahLst/>
            <a:cxnLst/>
            <a:rect l="l" t="t" r="r" b="b"/>
            <a:pathLst>
              <a:path w="1055540" h="988966">
                <a:moveTo>
                  <a:pt x="0" y="0"/>
                </a:moveTo>
                <a:lnTo>
                  <a:pt x="1055540" y="0"/>
                </a:lnTo>
                <a:lnTo>
                  <a:pt x="1055540" y="988966"/>
                </a:lnTo>
                <a:lnTo>
                  <a:pt x="0" y="988966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7" name="Freeform 47"/>
          <p:cNvSpPr/>
          <p:nvPr/>
        </p:nvSpPr>
        <p:spPr>
          <a:xfrm>
            <a:off x="2508460" y="6902069"/>
            <a:ext cx="894105" cy="579310"/>
          </a:xfrm>
          <a:custGeom>
            <a:avLst/>
            <a:gdLst/>
            <a:ahLst/>
            <a:cxnLst/>
            <a:rect l="l" t="t" r="r" b="b"/>
            <a:pathLst>
              <a:path w="894105" h="579310">
                <a:moveTo>
                  <a:pt x="0" y="0"/>
                </a:moveTo>
                <a:lnTo>
                  <a:pt x="894104" y="0"/>
                </a:lnTo>
                <a:lnTo>
                  <a:pt x="894104" y="579310"/>
                </a:lnTo>
                <a:lnTo>
                  <a:pt x="0" y="579310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8" name="TextBox 48"/>
          <p:cNvSpPr txBox="1"/>
          <p:nvPr/>
        </p:nvSpPr>
        <p:spPr>
          <a:xfrm>
            <a:off x="227749" y="1537639"/>
            <a:ext cx="127863" cy="337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99"/>
              </a:lnSpc>
            </a:pPr>
            <a:r>
              <a:rPr lang="en-US" sz="1928" b="1">
                <a:solidFill>
                  <a:srgbClr val="FFFFFF"/>
                </a:solidFill>
                <a:latin typeface="Roboto Condensed Bold"/>
                <a:ea typeface="Roboto Condensed Bold"/>
                <a:cs typeface="Roboto Condensed Bold"/>
                <a:sym typeface="Roboto Condensed Bold"/>
              </a:rPr>
              <a:t>1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227749" y="3673081"/>
            <a:ext cx="127863" cy="3379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99"/>
              </a:lnSpc>
            </a:pPr>
            <a:r>
              <a:rPr lang="en-US" sz="1928" b="1">
                <a:solidFill>
                  <a:srgbClr val="FFFFFF"/>
                </a:solidFill>
                <a:latin typeface="Roboto Condensed Bold"/>
                <a:ea typeface="Roboto Condensed Bold"/>
                <a:cs typeface="Roboto Condensed Bold"/>
                <a:sym typeface="Roboto Condensed Bold"/>
              </a:rPr>
              <a:t>3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228537" y="2586325"/>
            <a:ext cx="127863" cy="3379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99"/>
              </a:lnSpc>
            </a:pPr>
            <a:r>
              <a:rPr lang="en-US" sz="1928" b="1">
                <a:solidFill>
                  <a:srgbClr val="FFFFFF"/>
                </a:solidFill>
                <a:latin typeface="Roboto Condensed Bold"/>
                <a:ea typeface="Roboto Condensed Bold"/>
                <a:cs typeface="Roboto Condensed Bold"/>
                <a:sym typeface="Roboto Condensed Bold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3564000" cy="7560000"/>
          </a:xfrm>
          <a:custGeom>
            <a:avLst/>
            <a:gdLst/>
            <a:ahLst/>
            <a:cxnLst/>
            <a:rect l="l" t="t" r="r" b="b"/>
            <a:pathLst>
              <a:path w="3564000" h="7560000">
                <a:moveTo>
                  <a:pt x="0" y="0"/>
                </a:moveTo>
                <a:lnTo>
                  <a:pt x="3564000" y="0"/>
                </a:lnTo>
                <a:lnTo>
                  <a:pt x="3564000" y="7560000"/>
                </a:lnTo>
                <a:lnTo>
                  <a:pt x="0" y="7560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>
            <a:off x="78648" y="78621"/>
            <a:ext cx="571233" cy="500690"/>
          </a:xfrm>
          <a:custGeom>
            <a:avLst/>
            <a:gdLst/>
            <a:ahLst/>
            <a:cxnLst/>
            <a:rect l="l" t="t" r="r" b="b"/>
            <a:pathLst>
              <a:path w="571233" h="500690">
                <a:moveTo>
                  <a:pt x="0" y="0"/>
                </a:moveTo>
                <a:lnTo>
                  <a:pt x="571234" y="0"/>
                </a:lnTo>
                <a:lnTo>
                  <a:pt x="571234" y="500689"/>
                </a:lnTo>
                <a:lnTo>
                  <a:pt x="0" y="50068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Freeform 4"/>
          <p:cNvSpPr/>
          <p:nvPr/>
        </p:nvSpPr>
        <p:spPr>
          <a:xfrm>
            <a:off x="240084" y="161379"/>
            <a:ext cx="248362" cy="335172"/>
          </a:xfrm>
          <a:custGeom>
            <a:avLst/>
            <a:gdLst/>
            <a:ahLst/>
            <a:cxnLst/>
            <a:rect l="l" t="t" r="r" b="b"/>
            <a:pathLst>
              <a:path w="248362" h="335172">
                <a:moveTo>
                  <a:pt x="0" y="0"/>
                </a:moveTo>
                <a:lnTo>
                  <a:pt x="248362" y="0"/>
                </a:lnTo>
                <a:lnTo>
                  <a:pt x="248362" y="335173"/>
                </a:lnTo>
                <a:lnTo>
                  <a:pt x="0" y="33517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Freeform 5"/>
          <p:cNvSpPr/>
          <p:nvPr/>
        </p:nvSpPr>
        <p:spPr>
          <a:xfrm>
            <a:off x="645742" y="78621"/>
            <a:ext cx="2595387" cy="744828"/>
          </a:xfrm>
          <a:custGeom>
            <a:avLst/>
            <a:gdLst/>
            <a:ahLst/>
            <a:cxnLst/>
            <a:rect l="l" t="t" r="r" b="b"/>
            <a:pathLst>
              <a:path w="2595387" h="744828">
                <a:moveTo>
                  <a:pt x="0" y="0"/>
                </a:moveTo>
                <a:lnTo>
                  <a:pt x="2595387" y="0"/>
                </a:lnTo>
                <a:lnTo>
                  <a:pt x="2595387" y="744827"/>
                </a:lnTo>
                <a:lnTo>
                  <a:pt x="0" y="74482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6"/>
          <p:cNvSpPr/>
          <p:nvPr/>
        </p:nvSpPr>
        <p:spPr>
          <a:xfrm>
            <a:off x="645742" y="819310"/>
            <a:ext cx="654021" cy="169655"/>
          </a:xfrm>
          <a:custGeom>
            <a:avLst/>
            <a:gdLst/>
            <a:ahLst/>
            <a:cxnLst/>
            <a:rect l="l" t="t" r="r" b="b"/>
            <a:pathLst>
              <a:path w="654021" h="169655">
                <a:moveTo>
                  <a:pt x="0" y="0"/>
                </a:moveTo>
                <a:lnTo>
                  <a:pt x="654021" y="0"/>
                </a:lnTo>
                <a:lnTo>
                  <a:pt x="654021" y="169656"/>
                </a:lnTo>
                <a:lnTo>
                  <a:pt x="0" y="16965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Freeform 7"/>
          <p:cNvSpPr/>
          <p:nvPr/>
        </p:nvSpPr>
        <p:spPr>
          <a:xfrm>
            <a:off x="78648" y="984828"/>
            <a:ext cx="3323916" cy="2470345"/>
          </a:xfrm>
          <a:custGeom>
            <a:avLst/>
            <a:gdLst/>
            <a:ahLst/>
            <a:cxnLst/>
            <a:rect l="l" t="t" r="r" b="b"/>
            <a:pathLst>
              <a:path w="3323916" h="2470345">
                <a:moveTo>
                  <a:pt x="0" y="0"/>
                </a:moveTo>
                <a:lnTo>
                  <a:pt x="3323916" y="0"/>
                </a:lnTo>
                <a:lnTo>
                  <a:pt x="3323916" y="2470344"/>
                </a:lnTo>
                <a:lnTo>
                  <a:pt x="0" y="247034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Freeform 8"/>
          <p:cNvSpPr/>
          <p:nvPr/>
        </p:nvSpPr>
        <p:spPr>
          <a:xfrm>
            <a:off x="78648" y="984828"/>
            <a:ext cx="3323916" cy="331034"/>
          </a:xfrm>
          <a:custGeom>
            <a:avLst/>
            <a:gdLst/>
            <a:ahLst/>
            <a:cxnLst/>
            <a:rect l="l" t="t" r="r" b="b"/>
            <a:pathLst>
              <a:path w="3323916" h="331034">
                <a:moveTo>
                  <a:pt x="0" y="0"/>
                </a:moveTo>
                <a:lnTo>
                  <a:pt x="3323916" y="0"/>
                </a:lnTo>
                <a:lnTo>
                  <a:pt x="3323916" y="331034"/>
                </a:lnTo>
                <a:lnTo>
                  <a:pt x="0" y="3310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9" name="Freeform 9"/>
          <p:cNvSpPr/>
          <p:nvPr/>
        </p:nvSpPr>
        <p:spPr>
          <a:xfrm>
            <a:off x="78648" y="984828"/>
            <a:ext cx="409798" cy="331034"/>
          </a:xfrm>
          <a:custGeom>
            <a:avLst/>
            <a:gdLst/>
            <a:ahLst/>
            <a:cxnLst/>
            <a:rect l="l" t="t" r="r" b="b"/>
            <a:pathLst>
              <a:path w="409798" h="331034">
                <a:moveTo>
                  <a:pt x="0" y="0"/>
                </a:moveTo>
                <a:lnTo>
                  <a:pt x="409798" y="0"/>
                </a:lnTo>
                <a:lnTo>
                  <a:pt x="409798" y="331034"/>
                </a:lnTo>
                <a:lnTo>
                  <a:pt x="0" y="33103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0" name="Freeform 10"/>
          <p:cNvSpPr/>
          <p:nvPr/>
        </p:nvSpPr>
        <p:spPr>
          <a:xfrm>
            <a:off x="240084" y="1067586"/>
            <a:ext cx="165575" cy="248276"/>
          </a:xfrm>
          <a:custGeom>
            <a:avLst/>
            <a:gdLst/>
            <a:ahLst/>
            <a:cxnLst/>
            <a:rect l="l" t="t" r="r" b="b"/>
            <a:pathLst>
              <a:path w="165575" h="248276">
                <a:moveTo>
                  <a:pt x="0" y="0"/>
                </a:moveTo>
                <a:lnTo>
                  <a:pt x="165575" y="0"/>
                </a:lnTo>
                <a:lnTo>
                  <a:pt x="165575" y="248276"/>
                </a:lnTo>
                <a:lnTo>
                  <a:pt x="0" y="248276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1" name="Freeform 11"/>
          <p:cNvSpPr/>
          <p:nvPr/>
        </p:nvSpPr>
        <p:spPr>
          <a:xfrm>
            <a:off x="484307" y="1067586"/>
            <a:ext cx="1784070" cy="248276"/>
          </a:xfrm>
          <a:custGeom>
            <a:avLst/>
            <a:gdLst/>
            <a:ahLst/>
            <a:cxnLst/>
            <a:rect l="l" t="t" r="r" b="b"/>
            <a:pathLst>
              <a:path w="1784070" h="248276">
                <a:moveTo>
                  <a:pt x="0" y="0"/>
                </a:moveTo>
                <a:lnTo>
                  <a:pt x="1784069" y="0"/>
                </a:lnTo>
                <a:lnTo>
                  <a:pt x="1784069" y="248276"/>
                </a:lnTo>
                <a:lnTo>
                  <a:pt x="0" y="248276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2" name="Freeform 12"/>
          <p:cNvSpPr/>
          <p:nvPr/>
        </p:nvSpPr>
        <p:spPr>
          <a:xfrm>
            <a:off x="1212836" y="1311724"/>
            <a:ext cx="1138328" cy="417931"/>
          </a:xfrm>
          <a:custGeom>
            <a:avLst/>
            <a:gdLst/>
            <a:ahLst/>
            <a:cxnLst/>
            <a:rect l="l" t="t" r="r" b="b"/>
            <a:pathLst>
              <a:path w="1138328" h="417931">
                <a:moveTo>
                  <a:pt x="0" y="0"/>
                </a:moveTo>
                <a:lnTo>
                  <a:pt x="1138328" y="0"/>
                </a:lnTo>
                <a:lnTo>
                  <a:pt x="1138328" y="417931"/>
                </a:lnTo>
                <a:lnTo>
                  <a:pt x="0" y="417931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3" name="Freeform 13"/>
          <p:cNvSpPr/>
          <p:nvPr/>
        </p:nvSpPr>
        <p:spPr>
          <a:xfrm>
            <a:off x="1535707" y="1477241"/>
            <a:ext cx="492585" cy="169655"/>
          </a:xfrm>
          <a:custGeom>
            <a:avLst/>
            <a:gdLst/>
            <a:ahLst/>
            <a:cxnLst/>
            <a:rect l="l" t="t" r="r" b="b"/>
            <a:pathLst>
              <a:path w="492585" h="169655">
                <a:moveTo>
                  <a:pt x="0" y="0"/>
                </a:moveTo>
                <a:lnTo>
                  <a:pt x="492586" y="0"/>
                </a:lnTo>
                <a:lnTo>
                  <a:pt x="492586" y="169656"/>
                </a:lnTo>
                <a:lnTo>
                  <a:pt x="0" y="169656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Freeform 14"/>
          <p:cNvSpPr/>
          <p:nvPr/>
        </p:nvSpPr>
        <p:spPr>
          <a:xfrm>
            <a:off x="1697143" y="1642759"/>
            <a:ext cx="169714" cy="165517"/>
          </a:xfrm>
          <a:custGeom>
            <a:avLst/>
            <a:gdLst/>
            <a:ahLst/>
            <a:cxnLst/>
            <a:rect l="l" t="t" r="r" b="b"/>
            <a:pathLst>
              <a:path w="169714" h="165517">
                <a:moveTo>
                  <a:pt x="0" y="0"/>
                </a:moveTo>
                <a:lnTo>
                  <a:pt x="169714" y="0"/>
                </a:lnTo>
                <a:lnTo>
                  <a:pt x="169714" y="165517"/>
                </a:lnTo>
                <a:lnTo>
                  <a:pt x="0" y="165517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5" name="Freeform 15"/>
          <p:cNvSpPr/>
          <p:nvPr/>
        </p:nvSpPr>
        <p:spPr>
          <a:xfrm>
            <a:off x="1212836" y="1804138"/>
            <a:ext cx="1138328" cy="335172"/>
          </a:xfrm>
          <a:custGeom>
            <a:avLst/>
            <a:gdLst/>
            <a:ahLst/>
            <a:cxnLst/>
            <a:rect l="l" t="t" r="r" b="b"/>
            <a:pathLst>
              <a:path w="1138328" h="335172">
                <a:moveTo>
                  <a:pt x="0" y="0"/>
                </a:moveTo>
                <a:lnTo>
                  <a:pt x="1138328" y="0"/>
                </a:lnTo>
                <a:lnTo>
                  <a:pt x="1138328" y="335172"/>
                </a:lnTo>
                <a:lnTo>
                  <a:pt x="0" y="335172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6" name="Freeform 16"/>
          <p:cNvSpPr/>
          <p:nvPr/>
        </p:nvSpPr>
        <p:spPr>
          <a:xfrm>
            <a:off x="1457059" y="1886897"/>
            <a:ext cx="571233" cy="169655"/>
          </a:xfrm>
          <a:custGeom>
            <a:avLst/>
            <a:gdLst/>
            <a:ahLst/>
            <a:cxnLst/>
            <a:rect l="l" t="t" r="r" b="b"/>
            <a:pathLst>
              <a:path w="571233" h="169655">
                <a:moveTo>
                  <a:pt x="0" y="0"/>
                </a:moveTo>
                <a:lnTo>
                  <a:pt x="571234" y="0"/>
                </a:lnTo>
                <a:lnTo>
                  <a:pt x="571234" y="169655"/>
                </a:lnTo>
                <a:lnTo>
                  <a:pt x="0" y="16965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7" name="Freeform 17"/>
          <p:cNvSpPr/>
          <p:nvPr/>
        </p:nvSpPr>
        <p:spPr>
          <a:xfrm>
            <a:off x="1697143" y="2052414"/>
            <a:ext cx="169714" cy="252414"/>
          </a:xfrm>
          <a:custGeom>
            <a:avLst/>
            <a:gdLst/>
            <a:ahLst/>
            <a:cxnLst/>
            <a:rect l="l" t="t" r="r" b="b"/>
            <a:pathLst>
              <a:path w="169714" h="252414">
                <a:moveTo>
                  <a:pt x="0" y="0"/>
                </a:moveTo>
                <a:lnTo>
                  <a:pt x="169714" y="0"/>
                </a:lnTo>
                <a:lnTo>
                  <a:pt x="169714" y="252414"/>
                </a:lnTo>
                <a:lnTo>
                  <a:pt x="0" y="252414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8" name="Freeform 18"/>
          <p:cNvSpPr/>
          <p:nvPr/>
        </p:nvSpPr>
        <p:spPr>
          <a:xfrm>
            <a:off x="1212836" y="2217931"/>
            <a:ext cx="1138328" cy="331034"/>
          </a:xfrm>
          <a:custGeom>
            <a:avLst/>
            <a:gdLst/>
            <a:ahLst/>
            <a:cxnLst/>
            <a:rect l="l" t="t" r="r" b="b"/>
            <a:pathLst>
              <a:path w="1138328" h="331034">
                <a:moveTo>
                  <a:pt x="0" y="0"/>
                </a:moveTo>
                <a:lnTo>
                  <a:pt x="1138328" y="0"/>
                </a:lnTo>
                <a:lnTo>
                  <a:pt x="1138328" y="331035"/>
                </a:lnTo>
                <a:lnTo>
                  <a:pt x="0" y="331035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9" name="Freeform 19"/>
          <p:cNvSpPr/>
          <p:nvPr/>
        </p:nvSpPr>
        <p:spPr>
          <a:xfrm>
            <a:off x="1457059" y="2300690"/>
            <a:ext cx="571233" cy="165517"/>
          </a:xfrm>
          <a:custGeom>
            <a:avLst/>
            <a:gdLst/>
            <a:ahLst/>
            <a:cxnLst/>
            <a:rect l="l" t="t" r="r" b="b"/>
            <a:pathLst>
              <a:path w="571233" h="165517">
                <a:moveTo>
                  <a:pt x="0" y="0"/>
                </a:moveTo>
                <a:lnTo>
                  <a:pt x="571234" y="0"/>
                </a:lnTo>
                <a:lnTo>
                  <a:pt x="571234" y="165517"/>
                </a:lnTo>
                <a:lnTo>
                  <a:pt x="0" y="165517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0" name="Freeform 20"/>
          <p:cNvSpPr/>
          <p:nvPr/>
        </p:nvSpPr>
        <p:spPr>
          <a:xfrm>
            <a:off x="1697143" y="2462069"/>
            <a:ext cx="169714" cy="252414"/>
          </a:xfrm>
          <a:custGeom>
            <a:avLst/>
            <a:gdLst/>
            <a:ahLst/>
            <a:cxnLst/>
            <a:rect l="l" t="t" r="r" b="b"/>
            <a:pathLst>
              <a:path w="169714" h="252414">
                <a:moveTo>
                  <a:pt x="0" y="0"/>
                </a:moveTo>
                <a:lnTo>
                  <a:pt x="169714" y="0"/>
                </a:lnTo>
                <a:lnTo>
                  <a:pt x="169714" y="252414"/>
                </a:lnTo>
                <a:lnTo>
                  <a:pt x="0" y="252414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1" name="Freeform 21"/>
          <p:cNvSpPr/>
          <p:nvPr/>
        </p:nvSpPr>
        <p:spPr>
          <a:xfrm>
            <a:off x="1212836" y="2544828"/>
            <a:ext cx="1138328" cy="413793"/>
          </a:xfrm>
          <a:custGeom>
            <a:avLst/>
            <a:gdLst/>
            <a:ahLst/>
            <a:cxnLst/>
            <a:rect l="l" t="t" r="r" b="b"/>
            <a:pathLst>
              <a:path w="1138328" h="413793">
                <a:moveTo>
                  <a:pt x="0" y="0"/>
                </a:moveTo>
                <a:lnTo>
                  <a:pt x="1138328" y="0"/>
                </a:lnTo>
                <a:lnTo>
                  <a:pt x="1138328" y="413793"/>
                </a:lnTo>
                <a:lnTo>
                  <a:pt x="0" y="413793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2" name="Freeform 22"/>
          <p:cNvSpPr/>
          <p:nvPr/>
        </p:nvSpPr>
        <p:spPr>
          <a:xfrm>
            <a:off x="1457059" y="2627586"/>
            <a:ext cx="649882" cy="252414"/>
          </a:xfrm>
          <a:custGeom>
            <a:avLst/>
            <a:gdLst/>
            <a:ahLst/>
            <a:cxnLst/>
            <a:rect l="l" t="t" r="r" b="b"/>
            <a:pathLst>
              <a:path w="649882" h="252414">
                <a:moveTo>
                  <a:pt x="0" y="0"/>
                </a:moveTo>
                <a:lnTo>
                  <a:pt x="649882" y="0"/>
                </a:lnTo>
                <a:lnTo>
                  <a:pt x="649882" y="252414"/>
                </a:lnTo>
                <a:lnTo>
                  <a:pt x="0" y="252414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3" name="Freeform 23"/>
          <p:cNvSpPr/>
          <p:nvPr/>
        </p:nvSpPr>
        <p:spPr>
          <a:xfrm>
            <a:off x="1697143" y="2875862"/>
            <a:ext cx="169714" cy="165517"/>
          </a:xfrm>
          <a:custGeom>
            <a:avLst/>
            <a:gdLst/>
            <a:ahLst/>
            <a:cxnLst/>
            <a:rect l="l" t="t" r="r" b="b"/>
            <a:pathLst>
              <a:path w="169714" h="165517">
                <a:moveTo>
                  <a:pt x="0" y="0"/>
                </a:moveTo>
                <a:lnTo>
                  <a:pt x="169714" y="0"/>
                </a:lnTo>
                <a:lnTo>
                  <a:pt x="169714" y="165517"/>
                </a:lnTo>
                <a:lnTo>
                  <a:pt x="0" y="165517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4" name="Freeform 24"/>
          <p:cNvSpPr/>
          <p:nvPr/>
        </p:nvSpPr>
        <p:spPr>
          <a:xfrm>
            <a:off x="1212836" y="2954483"/>
            <a:ext cx="1138328" cy="417931"/>
          </a:xfrm>
          <a:custGeom>
            <a:avLst/>
            <a:gdLst/>
            <a:ahLst/>
            <a:cxnLst/>
            <a:rect l="l" t="t" r="r" b="b"/>
            <a:pathLst>
              <a:path w="1138328" h="417931">
                <a:moveTo>
                  <a:pt x="0" y="0"/>
                </a:moveTo>
                <a:lnTo>
                  <a:pt x="1138328" y="0"/>
                </a:lnTo>
                <a:lnTo>
                  <a:pt x="1138328" y="417931"/>
                </a:lnTo>
                <a:lnTo>
                  <a:pt x="0" y="417931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5" name="Freeform 25"/>
          <p:cNvSpPr/>
          <p:nvPr/>
        </p:nvSpPr>
        <p:spPr>
          <a:xfrm>
            <a:off x="1618495" y="3037241"/>
            <a:ext cx="327010" cy="252414"/>
          </a:xfrm>
          <a:custGeom>
            <a:avLst/>
            <a:gdLst/>
            <a:ahLst/>
            <a:cxnLst/>
            <a:rect l="l" t="t" r="r" b="b"/>
            <a:pathLst>
              <a:path w="327010" h="252414">
                <a:moveTo>
                  <a:pt x="0" y="0"/>
                </a:moveTo>
                <a:lnTo>
                  <a:pt x="327010" y="0"/>
                </a:lnTo>
                <a:lnTo>
                  <a:pt x="327010" y="252414"/>
                </a:lnTo>
                <a:lnTo>
                  <a:pt x="0" y="252414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6" name="Freeform 26"/>
          <p:cNvSpPr/>
          <p:nvPr/>
        </p:nvSpPr>
        <p:spPr>
          <a:xfrm>
            <a:off x="78648" y="3451034"/>
            <a:ext cx="3323916" cy="1646897"/>
          </a:xfrm>
          <a:custGeom>
            <a:avLst/>
            <a:gdLst/>
            <a:ahLst/>
            <a:cxnLst/>
            <a:rect l="l" t="t" r="r" b="b"/>
            <a:pathLst>
              <a:path w="3323916" h="1646897">
                <a:moveTo>
                  <a:pt x="0" y="0"/>
                </a:moveTo>
                <a:lnTo>
                  <a:pt x="3323916" y="0"/>
                </a:lnTo>
                <a:lnTo>
                  <a:pt x="3323916" y="1646897"/>
                </a:lnTo>
                <a:lnTo>
                  <a:pt x="0" y="1646897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7" name="Freeform 27"/>
          <p:cNvSpPr/>
          <p:nvPr/>
        </p:nvSpPr>
        <p:spPr>
          <a:xfrm>
            <a:off x="78648" y="3451034"/>
            <a:ext cx="3323916" cy="331034"/>
          </a:xfrm>
          <a:custGeom>
            <a:avLst/>
            <a:gdLst/>
            <a:ahLst/>
            <a:cxnLst/>
            <a:rect l="l" t="t" r="r" b="b"/>
            <a:pathLst>
              <a:path w="3323916" h="331034">
                <a:moveTo>
                  <a:pt x="0" y="0"/>
                </a:moveTo>
                <a:lnTo>
                  <a:pt x="3323916" y="0"/>
                </a:lnTo>
                <a:lnTo>
                  <a:pt x="3323916" y="331035"/>
                </a:lnTo>
                <a:lnTo>
                  <a:pt x="0" y="331035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8" name="Freeform 28"/>
          <p:cNvSpPr/>
          <p:nvPr/>
        </p:nvSpPr>
        <p:spPr>
          <a:xfrm>
            <a:off x="78648" y="3451034"/>
            <a:ext cx="409798" cy="331034"/>
          </a:xfrm>
          <a:custGeom>
            <a:avLst/>
            <a:gdLst/>
            <a:ahLst/>
            <a:cxnLst/>
            <a:rect l="l" t="t" r="r" b="b"/>
            <a:pathLst>
              <a:path w="409798" h="331034">
                <a:moveTo>
                  <a:pt x="0" y="0"/>
                </a:moveTo>
                <a:lnTo>
                  <a:pt x="409798" y="0"/>
                </a:lnTo>
                <a:lnTo>
                  <a:pt x="409798" y="331035"/>
                </a:lnTo>
                <a:lnTo>
                  <a:pt x="0" y="33103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9" name="Freeform 29"/>
          <p:cNvSpPr/>
          <p:nvPr/>
        </p:nvSpPr>
        <p:spPr>
          <a:xfrm>
            <a:off x="240084" y="3529655"/>
            <a:ext cx="165575" cy="252414"/>
          </a:xfrm>
          <a:custGeom>
            <a:avLst/>
            <a:gdLst/>
            <a:ahLst/>
            <a:cxnLst/>
            <a:rect l="l" t="t" r="r" b="b"/>
            <a:pathLst>
              <a:path w="165575" h="252414">
                <a:moveTo>
                  <a:pt x="0" y="0"/>
                </a:moveTo>
                <a:lnTo>
                  <a:pt x="165575" y="0"/>
                </a:lnTo>
                <a:lnTo>
                  <a:pt x="165575" y="252414"/>
                </a:lnTo>
                <a:lnTo>
                  <a:pt x="0" y="252414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0" name="Freeform 30"/>
          <p:cNvSpPr/>
          <p:nvPr/>
        </p:nvSpPr>
        <p:spPr>
          <a:xfrm>
            <a:off x="484307" y="3529655"/>
            <a:ext cx="1622634" cy="252414"/>
          </a:xfrm>
          <a:custGeom>
            <a:avLst/>
            <a:gdLst/>
            <a:ahLst/>
            <a:cxnLst/>
            <a:rect l="l" t="t" r="r" b="b"/>
            <a:pathLst>
              <a:path w="1622634" h="252414">
                <a:moveTo>
                  <a:pt x="0" y="0"/>
                </a:moveTo>
                <a:lnTo>
                  <a:pt x="1622634" y="0"/>
                </a:lnTo>
                <a:lnTo>
                  <a:pt x="1622634" y="252414"/>
                </a:lnTo>
                <a:lnTo>
                  <a:pt x="0" y="252414"/>
                </a:lnTo>
                <a:lnTo>
                  <a:pt x="0" y="0"/>
                </a:lnTo>
                <a:close/>
              </a:path>
            </a:pathLst>
          </a:custGeom>
          <a:blipFill>
            <a:blip r:embed="rId30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1" name="Freeform 31"/>
          <p:cNvSpPr/>
          <p:nvPr/>
        </p:nvSpPr>
        <p:spPr>
          <a:xfrm>
            <a:off x="562955" y="3860690"/>
            <a:ext cx="1059679" cy="662069"/>
          </a:xfrm>
          <a:custGeom>
            <a:avLst/>
            <a:gdLst/>
            <a:ahLst/>
            <a:cxnLst/>
            <a:rect l="l" t="t" r="r" b="b"/>
            <a:pathLst>
              <a:path w="1059679" h="662069">
                <a:moveTo>
                  <a:pt x="0" y="0"/>
                </a:moveTo>
                <a:lnTo>
                  <a:pt x="1059679" y="0"/>
                </a:lnTo>
                <a:lnTo>
                  <a:pt x="1059679" y="662069"/>
                </a:lnTo>
                <a:lnTo>
                  <a:pt x="0" y="662069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2" name="Freeform 32"/>
          <p:cNvSpPr/>
          <p:nvPr/>
        </p:nvSpPr>
        <p:spPr>
          <a:xfrm>
            <a:off x="807178" y="4026207"/>
            <a:ext cx="492585" cy="331034"/>
          </a:xfrm>
          <a:custGeom>
            <a:avLst/>
            <a:gdLst/>
            <a:ahLst/>
            <a:cxnLst/>
            <a:rect l="l" t="t" r="r" b="b"/>
            <a:pathLst>
              <a:path w="492585" h="331034">
                <a:moveTo>
                  <a:pt x="0" y="0"/>
                </a:moveTo>
                <a:lnTo>
                  <a:pt x="492585" y="0"/>
                </a:lnTo>
                <a:lnTo>
                  <a:pt x="492585" y="331034"/>
                </a:lnTo>
                <a:lnTo>
                  <a:pt x="0" y="331034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3" name="Freeform 33"/>
          <p:cNvSpPr/>
          <p:nvPr/>
        </p:nvSpPr>
        <p:spPr>
          <a:xfrm>
            <a:off x="1535707" y="4104828"/>
            <a:ext cx="571233" cy="169655"/>
          </a:xfrm>
          <a:custGeom>
            <a:avLst/>
            <a:gdLst/>
            <a:ahLst/>
            <a:cxnLst/>
            <a:rect l="l" t="t" r="r" b="b"/>
            <a:pathLst>
              <a:path w="571233" h="169655">
                <a:moveTo>
                  <a:pt x="0" y="0"/>
                </a:moveTo>
                <a:lnTo>
                  <a:pt x="571234" y="0"/>
                </a:lnTo>
                <a:lnTo>
                  <a:pt x="571234" y="169655"/>
                </a:lnTo>
                <a:lnTo>
                  <a:pt x="0" y="169655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4" name="Freeform 34"/>
          <p:cNvSpPr/>
          <p:nvPr/>
        </p:nvSpPr>
        <p:spPr>
          <a:xfrm>
            <a:off x="1697143" y="4026207"/>
            <a:ext cx="169714" cy="165517"/>
          </a:xfrm>
          <a:custGeom>
            <a:avLst/>
            <a:gdLst/>
            <a:ahLst/>
            <a:cxnLst/>
            <a:rect l="l" t="t" r="r" b="b"/>
            <a:pathLst>
              <a:path w="169714" h="165517">
                <a:moveTo>
                  <a:pt x="0" y="0"/>
                </a:moveTo>
                <a:lnTo>
                  <a:pt x="169714" y="0"/>
                </a:lnTo>
                <a:lnTo>
                  <a:pt x="169714" y="165517"/>
                </a:lnTo>
                <a:lnTo>
                  <a:pt x="0" y="165517"/>
                </a:lnTo>
                <a:lnTo>
                  <a:pt x="0" y="0"/>
                </a:lnTo>
                <a:close/>
              </a:path>
            </a:pathLst>
          </a:custGeom>
          <a:blipFill>
            <a:blip r:embed="rId34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5" name="Freeform 35"/>
          <p:cNvSpPr/>
          <p:nvPr/>
        </p:nvSpPr>
        <p:spPr>
          <a:xfrm>
            <a:off x="2024153" y="4026207"/>
            <a:ext cx="976892" cy="331034"/>
          </a:xfrm>
          <a:custGeom>
            <a:avLst/>
            <a:gdLst/>
            <a:ahLst/>
            <a:cxnLst/>
            <a:rect l="l" t="t" r="r" b="b"/>
            <a:pathLst>
              <a:path w="976892" h="331034">
                <a:moveTo>
                  <a:pt x="0" y="0"/>
                </a:moveTo>
                <a:lnTo>
                  <a:pt x="976892" y="0"/>
                </a:lnTo>
                <a:lnTo>
                  <a:pt x="976892" y="331034"/>
                </a:lnTo>
                <a:lnTo>
                  <a:pt x="0" y="331034"/>
                </a:lnTo>
                <a:lnTo>
                  <a:pt x="0" y="0"/>
                </a:lnTo>
                <a:close/>
              </a:path>
            </a:pathLst>
          </a:custGeom>
          <a:blipFill>
            <a:blip r:embed="rId35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6" name="Freeform 36"/>
          <p:cNvSpPr/>
          <p:nvPr/>
        </p:nvSpPr>
        <p:spPr>
          <a:xfrm>
            <a:off x="2185589" y="4104828"/>
            <a:ext cx="649882" cy="169655"/>
          </a:xfrm>
          <a:custGeom>
            <a:avLst/>
            <a:gdLst/>
            <a:ahLst/>
            <a:cxnLst/>
            <a:rect l="l" t="t" r="r" b="b"/>
            <a:pathLst>
              <a:path w="649882" h="169655">
                <a:moveTo>
                  <a:pt x="0" y="0"/>
                </a:moveTo>
                <a:lnTo>
                  <a:pt x="649881" y="0"/>
                </a:lnTo>
                <a:lnTo>
                  <a:pt x="649881" y="169655"/>
                </a:lnTo>
                <a:lnTo>
                  <a:pt x="0" y="169655"/>
                </a:lnTo>
                <a:lnTo>
                  <a:pt x="0" y="0"/>
                </a:lnTo>
                <a:close/>
              </a:path>
            </a:pathLst>
          </a:custGeom>
          <a:blipFill>
            <a:blip r:embed="rId36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7" name="Freeform 37"/>
          <p:cNvSpPr/>
          <p:nvPr/>
        </p:nvSpPr>
        <p:spPr>
          <a:xfrm>
            <a:off x="968613" y="4435862"/>
            <a:ext cx="165575" cy="331034"/>
          </a:xfrm>
          <a:custGeom>
            <a:avLst/>
            <a:gdLst/>
            <a:ahLst/>
            <a:cxnLst/>
            <a:rect l="l" t="t" r="r" b="b"/>
            <a:pathLst>
              <a:path w="165575" h="331034">
                <a:moveTo>
                  <a:pt x="0" y="0"/>
                </a:moveTo>
                <a:lnTo>
                  <a:pt x="165575" y="0"/>
                </a:lnTo>
                <a:lnTo>
                  <a:pt x="165575" y="331035"/>
                </a:lnTo>
                <a:lnTo>
                  <a:pt x="0" y="331035"/>
                </a:lnTo>
                <a:lnTo>
                  <a:pt x="0" y="0"/>
                </a:lnTo>
                <a:close/>
              </a:path>
            </a:pathLst>
          </a:custGeom>
          <a:blipFill>
            <a:blip r:embed="rId37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8" name="Freeform 38"/>
          <p:cNvSpPr/>
          <p:nvPr/>
        </p:nvSpPr>
        <p:spPr>
          <a:xfrm>
            <a:off x="1130049" y="4435862"/>
            <a:ext cx="331150" cy="248276"/>
          </a:xfrm>
          <a:custGeom>
            <a:avLst/>
            <a:gdLst/>
            <a:ahLst/>
            <a:cxnLst/>
            <a:rect l="l" t="t" r="r" b="b"/>
            <a:pathLst>
              <a:path w="331150" h="248276">
                <a:moveTo>
                  <a:pt x="0" y="0"/>
                </a:moveTo>
                <a:lnTo>
                  <a:pt x="331150" y="0"/>
                </a:lnTo>
                <a:lnTo>
                  <a:pt x="331150" y="248276"/>
                </a:lnTo>
                <a:lnTo>
                  <a:pt x="0" y="248276"/>
                </a:lnTo>
                <a:lnTo>
                  <a:pt x="0" y="0"/>
                </a:lnTo>
                <a:close/>
              </a:path>
            </a:pathLst>
          </a:custGeom>
          <a:blipFill>
            <a:blip r:embed="rId38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9" name="Freeform 39"/>
          <p:cNvSpPr/>
          <p:nvPr/>
        </p:nvSpPr>
        <p:spPr>
          <a:xfrm>
            <a:off x="562955" y="4680000"/>
            <a:ext cx="1059679" cy="335172"/>
          </a:xfrm>
          <a:custGeom>
            <a:avLst/>
            <a:gdLst/>
            <a:ahLst/>
            <a:cxnLst/>
            <a:rect l="l" t="t" r="r" b="b"/>
            <a:pathLst>
              <a:path w="1059679" h="335172">
                <a:moveTo>
                  <a:pt x="0" y="0"/>
                </a:moveTo>
                <a:lnTo>
                  <a:pt x="1059679" y="0"/>
                </a:lnTo>
                <a:lnTo>
                  <a:pt x="1059679" y="335172"/>
                </a:lnTo>
                <a:lnTo>
                  <a:pt x="0" y="335172"/>
                </a:lnTo>
                <a:lnTo>
                  <a:pt x="0" y="0"/>
                </a:lnTo>
                <a:close/>
              </a:path>
            </a:pathLst>
          </a:custGeom>
          <a:blipFill>
            <a:blip r:embed="rId39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0" name="Freeform 40"/>
          <p:cNvSpPr/>
          <p:nvPr/>
        </p:nvSpPr>
        <p:spPr>
          <a:xfrm>
            <a:off x="728530" y="4762759"/>
            <a:ext cx="732669" cy="169655"/>
          </a:xfrm>
          <a:custGeom>
            <a:avLst/>
            <a:gdLst/>
            <a:ahLst/>
            <a:cxnLst/>
            <a:rect l="l" t="t" r="r" b="b"/>
            <a:pathLst>
              <a:path w="732669" h="169655">
                <a:moveTo>
                  <a:pt x="0" y="0"/>
                </a:moveTo>
                <a:lnTo>
                  <a:pt x="732669" y="0"/>
                </a:lnTo>
                <a:lnTo>
                  <a:pt x="732669" y="169655"/>
                </a:lnTo>
                <a:lnTo>
                  <a:pt x="0" y="169655"/>
                </a:lnTo>
                <a:lnTo>
                  <a:pt x="0" y="0"/>
                </a:lnTo>
                <a:close/>
              </a:path>
            </a:pathLst>
          </a:custGeom>
          <a:blipFill>
            <a:blip r:embed="rId40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1" name="Freeform 41"/>
          <p:cNvSpPr/>
          <p:nvPr/>
        </p:nvSpPr>
        <p:spPr>
          <a:xfrm>
            <a:off x="78648" y="5093793"/>
            <a:ext cx="3323916" cy="2466207"/>
          </a:xfrm>
          <a:custGeom>
            <a:avLst/>
            <a:gdLst/>
            <a:ahLst/>
            <a:cxnLst/>
            <a:rect l="l" t="t" r="r" b="b"/>
            <a:pathLst>
              <a:path w="3323916" h="2466207">
                <a:moveTo>
                  <a:pt x="0" y="0"/>
                </a:moveTo>
                <a:lnTo>
                  <a:pt x="3323916" y="0"/>
                </a:lnTo>
                <a:lnTo>
                  <a:pt x="3323916" y="2466207"/>
                </a:lnTo>
                <a:lnTo>
                  <a:pt x="0" y="2466207"/>
                </a:lnTo>
                <a:lnTo>
                  <a:pt x="0" y="0"/>
                </a:lnTo>
                <a:close/>
              </a:path>
            </a:pathLst>
          </a:custGeom>
          <a:blipFill>
            <a:blip r:embed="rId41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2" name="Freeform 42"/>
          <p:cNvSpPr/>
          <p:nvPr/>
        </p:nvSpPr>
        <p:spPr>
          <a:xfrm>
            <a:off x="78648" y="5093793"/>
            <a:ext cx="3323916" cy="413793"/>
          </a:xfrm>
          <a:custGeom>
            <a:avLst/>
            <a:gdLst/>
            <a:ahLst/>
            <a:cxnLst/>
            <a:rect l="l" t="t" r="r" b="b"/>
            <a:pathLst>
              <a:path w="3323916" h="413793">
                <a:moveTo>
                  <a:pt x="0" y="0"/>
                </a:moveTo>
                <a:lnTo>
                  <a:pt x="3323916" y="0"/>
                </a:lnTo>
                <a:lnTo>
                  <a:pt x="3323916" y="413793"/>
                </a:lnTo>
                <a:lnTo>
                  <a:pt x="0" y="413793"/>
                </a:lnTo>
                <a:lnTo>
                  <a:pt x="0" y="0"/>
                </a:lnTo>
                <a:close/>
              </a:path>
            </a:pathLst>
          </a:custGeom>
          <a:blipFill>
            <a:blip r:embed="rId4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3" name="Freeform 43"/>
          <p:cNvSpPr/>
          <p:nvPr/>
        </p:nvSpPr>
        <p:spPr>
          <a:xfrm>
            <a:off x="78648" y="5093793"/>
            <a:ext cx="409798" cy="413793"/>
          </a:xfrm>
          <a:custGeom>
            <a:avLst/>
            <a:gdLst/>
            <a:ahLst/>
            <a:cxnLst/>
            <a:rect l="l" t="t" r="r" b="b"/>
            <a:pathLst>
              <a:path w="409798" h="413793">
                <a:moveTo>
                  <a:pt x="0" y="0"/>
                </a:moveTo>
                <a:lnTo>
                  <a:pt x="409798" y="0"/>
                </a:lnTo>
                <a:lnTo>
                  <a:pt x="409798" y="413793"/>
                </a:lnTo>
                <a:lnTo>
                  <a:pt x="0" y="413793"/>
                </a:lnTo>
                <a:lnTo>
                  <a:pt x="0" y="0"/>
                </a:lnTo>
                <a:close/>
              </a:path>
            </a:pathLst>
          </a:custGeom>
          <a:blipFill>
            <a:blip r:embed="rId4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4" name="Freeform 44"/>
          <p:cNvSpPr/>
          <p:nvPr/>
        </p:nvSpPr>
        <p:spPr>
          <a:xfrm>
            <a:off x="240084" y="5176552"/>
            <a:ext cx="165575" cy="248276"/>
          </a:xfrm>
          <a:custGeom>
            <a:avLst/>
            <a:gdLst/>
            <a:ahLst/>
            <a:cxnLst/>
            <a:rect l="l" t="t" r="r" b="b"/>
            <a:pathLst>
              <a:path w="165575" h="248276">
                <a:moveTo>
                  <a:pt x="0" y="0"/>
                </a:moveTo>
                <a:lnTo>
                  <a:pt x="165575" y="0"/>
                </a:lnTo>
                <a:lnTo>
                  <a:pt x="165575" y="248276"/>
                </a:lnTo>
                <a:lnTo>
                  <a:pt x="0" y="248276"/>
                </a:lnTo>
                <a:lnTo>
                  <a:pt x="0" y="0"/>
                </a:lnTo>
                <a:close/>
              </a:path>
            </a:pathLst>
          </a:custGeom>
          <a:blipFill>
            <a:blip r:embed="rId44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5" name="Freeform 45"/>
          <p:cNvSpPr/>
          <p:nvPr/>
        </p:nvSpPr>
        <p:spPr>
          <a:xfrm>
            <a:off x="484307" y="5176552"/>
            <a:ext cx="1866857" cy="248276"/>
          </a:xfrm>
          <a:custGeom>
            <a:avLst/>
            <a:gdLst/>
            <a:ahLst/>
            <a:cxnLst/>
            <a:rect l="l" t="t" r="r" b="b"/>
            <a:pathLst>
              <a:path w="1866857" h="248276">
                <a:moveTo>
                  <a:pt x="0" y="0"/>
                </a:moveTo>
                <a:lnTo>
                  <a:pt x="1866857" y="0"/>
                </a:lnTo>
                <a:lnTo>
                  <a:pt x="1866857" y="248276"/>
                </a:lnTo>
                <a:lnTo>
                  <a:pt x="0" y="248276"/>
                </a:lnTo>
                <a:lnTo>
                  <a:pt x="0" y="0"/>
                </a:lnTo>
                <a:close/>
              </a:path>
            </a:pathLst>
          </a:custGeom>
          <a:blipFill>
            <a:blip r:embed="rId45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6" name="Freeform 46"/>
          <p:cNvSpPr/>
          <p:nvPr/>
        </p:nvSpPr>
        <p:spPr>
          <a:xfrm>
            <a:off x="562955" y="5586207"/>
            <a:ext cx="492585" cy="1729655"/>
          </a:xfrm>
          <a:custGeom>
            <a:avLst/>
            <a:gdLst/>
            <a:ahLst/>
            <a:cxnLst/>
            <a:rect l="l" t="t" r="r" b="b"/>
            <a:pathLst>
              <a:path w="492585" h="1729655">
                <a:moveTo>
                  <a:pt x="0" y="0"/>
                </a:moveTo>
                <a:lnTo>
                  <a:pt x="492585" y="0"/>
                </a:lnTo>
                <a:lnTo>
                  <a:pt x="492585" y="1729655"/>
                </a:lnTo>
                <a:lnTo>
                  <a:pt x="0" y="1729655"/>
                </a:lnTo>
                <a:lnTo>
                  <a:pt x="0" y="0"/>
                </a:lnTo>
                <a:close/>
              </a:path>
            </a:pathLst>
          </a:custGeom>
          <a:blipFill>
            <a:blip r:embed="rId46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7" name="Freeform 47"/>
          <p:cNvSpPr/>
          <p:nvPr/>
        </p:nvSpPr>
        <p:spPr>
          <a:xfrm>
            <a:off x="1051401" y="5503448"/>
            <a:ext cx="976892" cy="331034"/>
          </a:xfrm>
          <a:custGeom>
            <a:avLst/>
            <a:gdLst/>
            <a:ahLst/>
            <a:cxnLst/>
            <a:rect l="l" t="t" r="r" b="b"/>
            <a:pathLst>
              <a:path w="976892" h="331034">
                <a:moveTo>
                  <a:pt x="0" y="0"/>
                </a:moveTo>
                <a:lnTo>
                  <a:pt x="976892" y="0"/>
                </a:lnTo>
                <a:lnTo>
                  <a:pt x="976892" y="331035"/>
                </a:lnTo>
                <a:lnTo>
                  <a:pt x="0" y="331035"/>
                </a:lnTo>
                <a:lnTo>
                  <a:pt x="0" y="0"/>
                </a:lnTo>
                <a:close/>
              </a:path>
            </a:pathLst>
          </a:custGeom>
          <a:blipFill>
            <a:blip r:embed="rId47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8" name="Freeform 48"/>
          <p:cNvSpPr/>
          <p:nvPr/>
        </p:nvSpPr>
        <p:spPr>
          <a:xfrm>
            <a:off x="1212836" y="5586207"/>
            <a:ext cx="654021" cy="169655"/>
          </a:xfrm>
          <a:custGeom>
            <a:avLst/>
            <a:gdLst/>
            <a:ahLst/>
            <a:cxnLst/>
            <a:rect l="l" t="t" r="r" b="b"/>
            <a:pathLst>
              <a:path w="654021" h="169655">
                <a:moveTo>
                  <a:pt x="0" y="0"/>
                </a:moveTo>
                <a:lnTo>
                  <a:pt x="654021" y="0"/>
                </a:lnTo>
                <a:lnTo>
                  <a:pt x="654021" y="169655"/>
                </a:lnTo>
                <a:lnTo>
                  <a:pt x="0" y="169655"/>
                </a:lnTo>
                <a:lnTo>
                  <a:pt x="0" y="0"/>
                </a:lnTo>
                <a:close/>
              </a:path>
            </a:pathLst>
          </a:custGeom>
          <a:blipFill>
            <a:blip r:embed="rId48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9" name="Freeform 49"/>
          <p:cNvSpPr/>
          <p:nvPr/>
        </p:nvSpPr>
        <p:spPr>
          <a:xfrm>
            <a:off x="1457059" y="5751724"/>
            <a:ext cx="165575" cy="248276"/>
          </a:xfrm>
          <a:custGeom>
            <a:avLst/>
            <a:gdLst/>
            <a:ahLst/>
            <a:cxnLst/>
            <a:rect l="l" t="t" r="r" b="b"/>
            <a:pathLst>
              <a:path w="165575" h="248276">
                <a:moveTo>
                  <a:pt x="0" y="0"/>
                </a:moveTo>
                <a:lnTo>
                  <a:pt x="165575" y="0"/>
                </a:lnTo>
                <a:lnTo>
                  <a:pt x="165575" y="248276"/>
                </a:lnTo>
                <a:lnTo>
                  <a:pt x="0" y="248276"/>
                </a:lnTo>
                <a:lnTo>
                  <a:pt x="0" y="0"/>
                </a:lnTo>
                <a:close/>
              </a:path>
            </a:pathLst>
          </a:custGeom>
          <a:blipFill>
            <a:blip r:embed="rId49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0" name="Freeform 50"/>
          <p:cNvSpPr/>
          <p:nvPr/>
        </p:nvSpPr>
        <p:spPr>
          <a:xfrm>
            <a:off x="1051401" y="5913103"/>
            <a:ext cx="976892" cy="335172"/>
          </a:xfrm>
          <a:custGeom>
            <a:avLst/>
            <a:gdLst/>
            <a:ahLst/>
            <a:cxnLst/>
            <a:rect l="l" t="t" r="r" b="b"/>
            <a:pathLst>
              <a:path w="976892" h="335172">
                <a:moveTo>
                  <a:pt x="0" y="0"/>
                </a:moveTo>
                <a:lnTo>
                  <a:pt x="976892" y="0"/>
                </a:lnTo>
                <a:lnTo>
                  <a:pt x="976892" y="335173"/>
                </a:lnTo>
                <a:lnTo>
                  <a:pt x="0" y="335173"/>
                </a:lnTo>
                <a:lnTo>
                  <a:pt x="0" y="0"/>
                </a:lnTo>
                <a:close/>
              </a:path>
            </a:pathLst>
          </a:custGeom>
          <a:blipFill>
            <a:blip r:embed="rId50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1" name="Freeform 51"/>
          <p:cNvSpPr/>
          <p:nvPr/>
        </p:nvSpPr>
        <p:spPr>
          <a:xfrm>
            <a:off x="1295624" y="5995862"/>
            <a:ext cx="488446" cy="169655"/>
          </a:xfrm>
          <a:custGeom>
            <a:avLst/>
            <a:gdLst/>
            <a:ahLst/>
            <a:cxnLst/>
            <a:rect l="l" t="t" r="r" b="b"/>
            <a:pathLst>
              <a:path w="488446" h="169655">
                <a:moveTo>
                  <a:pt x="0" y="0"/>
                </a:moveTo>
                <a:lnTo>
                  <a:pt x="488446" y="0"/>
                </a:lnTo>
                <a:lnTo>
                  <a:pt x="488446" y="169655"/>
                </a:lnTo>
                <a:lnTo>
                  <a:pt x="0" y="169655"/>
                </a:lnTo>
                <a:lnTo>
                  <a:pt x="0" y="0"/>
                </a:lnTo>
                <a:close/>
              </a:path>
            </a:pathLst>
          </a:custGeom>
          <a:blipFill>
            <a:blip r:embed="rId51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2" name="Freeform 52"/>
          <p:cNvSpPr/>
          <p:nvPr/>
        </p:nvSpPr>
        <p:spPr>
          <a:xfrm>
            <a:off x="1457059" y="6161379"/>
            <a:ext cx="165575" cy="248276"/>
          </a:xfrm>
          <a:custGeom>
            <a:avLst/>
            <a:gdLst/>
            <a:ahLst/>
            <a:cxnLst/>
            <a:rect l="l" t="t" r="r" b="b"/>
            <a:pathLst>
              <a:path w="165575" h="248276">
                <a:moveTo>
                  <a:pt x="0" y="0"/>
                </a:moveTo>
                <a:lnTo>
                  <a:pt x="165575" y="0"/>
                </a:lnTo>
                <a:lnTo>
                  <a:pt x="165575" y="248276"/>
                </a:lnTo>
                <a:lnTo>
                  <a:pt x="0" y="248276"/>
                </a:lnTo>
                <a:lnTo>
                  <a:pt x="0" y="0"/>
                </a:lnTo>
                <a:close/>
              </a:path>
            </a:pathLst>
          </a:custGeom>
          <a:blipFill>
            <a:blip r:embed="rId5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3" name="Freeform 53"/>
          <p:cNvSpPr/>
          <p:nvPr/>
        </p:nvSpPr>
        <p:spPr>
          <a:xfrm>
            <a:off x="968613" y="6244138"/>
            <a:ext cx="1138328" cy="662069"/>
          </a:xfrm>
          <a:custGeom>
            <a:avLst/>
            <a:gdLst/>
            <a:ahLst/>
            <a:cxnLst/>
            <a:rect l="l" t="t" r="r" b="b"/>
            <a:pathLst>
              <a:path w="1138328" h="662069">
                <a:moveTo>
                  <a:pt x="0" y="0"/>
                </a:moveTo>
                <a:lnTo>
                  <a:pt x="1138328" y="0"/>
                </a:lnTo>
                <a:lnTo>
                  <a:pt x="1138328" y="662069"/>
                </a:lnTo>
                <a:lnTo>
                  <a:pt x="0" y="662069"/>
                </a:lnTo>
                <a:lnTo>
                  <a:pt x="0" y="0"/>
                </a:lnTo>
                <a:close/>
              </a:path>
            </a:pathLst>
          </a:custGeom>
          <a:blipFill>
            <a:blip r:embed="rId5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4" name="Freeform 54"/>
          <p:cNvSpPr/>
          <p:nvPr/>
        </p:nvSpPr>
        <p:spPr>
          <a:xfrm>
            <a:off x="1295624" y="6405517"/>
            <a:ext cx="488446" cy="335172"/>
          </a:xfrm>
          <a:custGeom>
            <a:avLst/>
            <a:gdLst/>
            <a:ahLst/>
            <a:cxnLst/>
            <a:rect l="l" t="t" r="r" b="b"/>
            <a:pathLst>
              <a:path w="488446" h="335172">
                <a:moveTo>
                  <a:pt x="0" y="0"/>
                </a:moveTo>
                <a:lnTo>
                  <a:pt x="488446" y="0"/>
                </a:lnTo>
                <a:lnTo>
                  <a:pt x="488446" y="335173"/>
                </a:lnTo>
                <a:lnTo>
                  <a:pt x="0" y="335173"/>
                </a:lnTo>
                <a:lnTo>
                  <a:pt x="0" y="0"/>
                </a:lnTo>
                <a:close/>
              </a:path>
            </a:pathLst>
          </a:custGeom>
          <a:blipFill>
            <a:blip r:embed="rId54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5" name="Freeform 55"/>
          <p:cNvSpPr/>
          <p:nvPr/>
        </p:nvSpPr>
        <p:spPr>
          <a:xfrm>
            <a:off x="1941366" y="6488276"/>
            <a:ext cx="654021" cy="169655"/>
          </a:xfrm>
          <a:custGeom>
            <a:avLst/>
            <a:gdLst/>
            <a:ahLst/>
            <a:cxnLst/>
            <a:rect l="l" t="t" r="r" b="b"/>
            <a:pathLst>
              <a:path w="654021" h="169655">
                <a:moveTo>
                  <a:pt x="0" y="0"/>
                </a:moveTo>
                <a:lnTo>
                  <a:pt x="654021" y="0"/>
                </a:lnTo>
                <a:lnTo>
                  <a:pt x="654021" y="169655"/>
                </a:lnTo>
                <a:lnTo>
                  <a:pt x="0" y="169655"/>
                </a:lnTo>
                <a:lnTo>
                  <a:pt x="0" y="0"/>
                </a:lnTo>
                <a:close/>
              </a:path>
            </a:pathLst>
          </a:custGeom>
          <a:blipFill>
            <a:blip r:embed="rId55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6" name="Freeform 56"/>
          <p:cNvSpPr/>
          <p:nvPr/>
        </p:nvSpPr>
        <p:spPr>
          <a:xfrm>
            <a:off x="2102801" y="6405517"/>
            <a:ext cx="409798" cy="169655"/>
          </a:xfrm>
          <a:custGeom>
            <a:avLst/>
            <a:gdLst/>
            <a:ahLst/>
            <a:cxnLst/>
            <a:rect l="l" t="t" r="r" b="b"/>
            <a:pathLst>
              <a:path w="409798" h="169655">
                <a:moveTo>
                  <a:pt x="0" y="0"/>
                </a:moveTo>
                <a:lnTo>
                  <a:pt x="409798" y="0"/>
                </a:lnTo>
                <a:lnTo>
                  <a:pt x="409798" y="169655"/>
                </a:lnTo>
                <a:lnTo>
                  <a:pt x="0" y="169655"/>
                </a:lnTo>
                <a:lnTo>
                  <a:pt x="0" y="0"/>
                </a:lnTo>
                <a:close/>
              </a:path>
            </a:pathLst>
          </a:custGeom>
          <a:blipFill>
            <a:blip r:embed="rId56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7" name="Freeform 57"/>
          <p:cNvSpPr/>
          <p:nvPr/>
        </p:nvSpPr>
        <p:spPr>
          <a:xfrm>
            <a:off x="2508460" y="6405517"/>
            <a:ext cx="815456" cy="335172"/>
          </a:xfrm>
          <a:custGeom>
            <a:avLst/>
            <a:gdLst/>
            <a:ahLst/>
            <a:cxnLst/>
            <a:rect l="l" t="t" r="r" b="b"/>
            <a:pathLst>
              <a:path w="815456" h="335172">
                <a:moveTo>
                  <a:pt x="0" y="0"/>
                </a:moveTo>
                <a:lnTo>
                  <a:pt x="815456" y="0"/>
                </a:lnTo>
                <a:lnTo>
                  <a:pt x="815456" y="335173"/>
                </a:lnTo>
                <a:lnTo>
                  <a:pt x="0" y="335173"/>
                </a:lnTo>
                <a:lnTo>
                  <a:pt x="0" y="0"/>
                </a:lnTo>
                <a:close/>
              </a:path>
            </a:pathLst>
          </a:custGeom>
          <a:blipFill>
            <a:blip r:embed="rId57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8" name="Freeform 58"/>
          <p:cNvSpPr/>
          <p:nvPr/>
        </p:nvSpPr>
        <p:spPr>
          <a:xfrm>
            <a:off x="2752683" y="6488276"/>
            <a:ext cx="327010" cy="169655"/>
          </a:xfrm>
          <a:custGeom>
            <a:avLst/>
            <a:gdLst/>
            <a:ahLst/>
            <a:cxnLst/>
            <a:rect l="l" t="t" r="r" b="b"/>
            <a:pathLst>
              <a:path w="327010" h="169655">
                <a:moveTo>
                  <a:pt x="0" y="0"/>
                </a:moveTo>
                <a:lnTo>
                  <a:pt x="327010" y="0"/>
                </a:lnTo>
                <a:lnTo>
                  <a:pt x="327010" y="169655"/>
                </a:lnTo>
                <a:lnTo>
                  <a:pt x="0" y="169655"/>
                </a:lnTo>
                <a:lnTo>
                  <a:pt x="0" y="0"/>
                </a:lnTo>
                <a:close/>
              </a:path>
            </a:pathLst>
          </a:custGeom>
          <a:blipFill>
            <a:blip r:embed="rId58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9" name="Freeform 59"/>
          <p:cNvSpPr/>
          <p:nvPr/>
        </p:nvSpPr>
        <p:spPr>
          <a:xfrm>
            <a:off x="1457059" y="6819310"/>
            <a:ext cx="165575" cy="331034"/>
          </a:xfrm>
          <a:custGeom>
            <a:avLst/>
            <a:gdLst/>
            <a:ahLst/>
            <a:cxnLst/>
            <a:rect l="l" t="t" r="r" b="b"/>
            <a:pathLst>
              <a:path w="165575" h="331034">
                <a:moveTo>
                  <a:pt x="0" y="0"/>
                </a:moveTo>
                <a:lnTo>
                  <a:pt x="165575" y="0"/>
                </a:lnTo>
                <a:lnTo>
                  <a:pt x="165575" y="331035"/>
                </a:lnTo>
                <a:lnTo>
                  <a:pt x="0" y="331035"/>
                </a:lnTo>
                <a:lnTo>
                  <a:pt x="0" y="0"/>
                </a:lnTo>
                <a:close/>
              </a:path>
            </a:pathLst>
          </a:custGeom>
          <a:blipFill>
            <a:blip r:embed="rId59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0" name="Freeform 60"/>
          <p:cNvSpPr/>
          <p:nvPr/>
        </p:nvSpPr>
        <p:spPr>
          <a:xfrm>
            <a:off x="1535707" y="6819310"/>
            <a:ext cx="409798" cy="165517"/>
          </a:xfrm>
          <a:custGeom>
            <a:avLst/>
            <a:gdLst/>
            <a:ahLst/>
            <a:cxnLst/>
            <a:rect l="l" t="t" r="r" b="b"/>
            <a:pathLst>
              <a:path w="409798" h="165517">
                <a:moveTo>
                  <a:pt x="0" y="0"/>
                </a:moveTo>
                <a:lnTo>
                  <a:pt x="409798" y="0"/>
                </a:lnTo>
                <a:lnTo>
                  <a:pt x="409798" y="165518"/>
                </a:lnTo>
                <a:lnTo>
                  <a:pt x="0" y="165518"/>
                </a:lnTo>
                <a:lnTo>
                  <a:pt x="0" y="0"/>
                </a:lnTo>
                <a:close/>
              </a:path>
            </a:pathLst>
          </a:custGeom>
          <a:blipFill>
            <a:blip r:embed="rId60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1" name="Freeform 61"/>
          <p:cNvSpPr/>
          <p:nvPr/>
        </p:nvSpPr>
        <p:spPr>
          <a:xfrm>
            <a:off x="1051401" y="7063448"/>
            <a:ext cx="976892" cy="417931"/>
          </a:xfrm>
          <a:custGeom>
            <a:avLst/>
            <a:gdLst/>
            <a:ahLst/>
            <a:cxnLst/>
            <a:rect l="l" t="t" r="r" b="b"/>
            <a:pathLst>
              <a:path w="976892" h="417931">
                <a:moveTo>
                  <a:pt x="0" y="0"/>
                </a:moveTo>
                <a:lnTo>
                  <a:pt x="976892" y="0"/>
                </a:lnTo>
                <a:lnTo>
                  <a:pt x="976892" y="417931"/>
                </a:lnTo>
                <a:lnTo>
                  <a:pt x="0" y="417931"/>
                </a:lnTo>
                <a:lnTo>
                  <a:pt x="0" y="0"/>
                </a:lnTo>
                <a:close/>
              </a:path>
            </a:pathLst>
          </a:custGeom>
          <a:blipFill>
            <a:blip r:embed="rId61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2" name="Freeform 62"/>
          <p:cNvSpPr/>
          <p:nvPr/>
        </p:nvSpPr>
        <p:spPr>
          <a:xfrm>
            <a:off x="1212836" y="7146207"/>
            <a:ext cx="654021" cy="252414"/>
          </a:xfrm>
          <a:custGeom>
            <a:avLst/>
            <a:gdLst/>
            <a:ahLst/>
            <a:cxnLst/>
            <a:rect l="l" t="t" r="r" b="b"/>
            <a:pathLst>
              <a:path w="654021" h="252414">
                <a:moveTo>
                  <a:pt x="0" y="0"/>
                </a:moveTo>
                <a:lnTo>
                  <a:pt x="654021" y="0"/>
                </a:lnTo>
                <a:lnTo>
                  <a:pt x="654021" y="252414"/>
                </a:lnTo>
                <a:lnTo>
                  <a:pt x="0" y="252414"/>
                </a:lnTo>
                <a:lnTo>
                  <a:pt x="0" y="0"/>
                </a:lnTo>
                <a:close/>
              </a:path>
            </a:pathLst>
          </a:custGeom>
          <a:blipFill>
            <a:blip r:embed="rId6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3" name="Freeform 63"/>
          <p:cNvSpPr/>
          <p:nvPr/>
        </p:nvSpPr>
        <p:spPr>
          <a:xfrm>
            <a:off x="2591247" y="6902069"/>
            <a:ext cx="894105" cy="657931"/>
          </a:xfrm>
          <a:custGeom>
            <a:avLst/>
            <a:gdLst/>
            <a:ahLst/>
            <a:cxnLst/>
            <a:rect l="l" t="t" r="r" b="b"/>
            <a:pathLst>
              <a:path w="894105" h="657931">
                <a:moveTo>
                  <a:pt x="0" y="0"/>
                </a:moveTo>
                <a:lnTo>
                  <a:pt x="894105" y="0"/>
                </a:lnTo>
                <a:lnTo>
                  <a:pt x="894105" y="657931"/>
                </a:lnTo>
                <a:lnTo>
                  <a:pt x="0" y="657931"/>
                </a:lnTo>
                <a:lnTo>
                  <a:pt x="0" y="0"/>
                </a:lnTo>
                <a:close/>
              </a:path>
            </a:pathLst>
          </a:custGeom>
          <a:blipFill>
            <a:blip r:embed="rId6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3564000" cy="7560000"/>
          </a:xfrm>
          <a:custGeom>
            <a:avLst/>
            <a:gdLst/>
            <a:ahLst/>
            <a:cxnLst/>
            <a:rect l="l" t="t" r="r" b="b"/>
            <a:pathLst>
              <a:path w="3564000" h="7560000">
                <a:moveTo>
                  <a:pt x="0" y="0"/>
                </a:moveTo>
                <a:lnTo>
                  <a:pt x="3564000" y="0"/>
                </a:lnTo>
                <a:lnTo>
                  <a:pt x="3564000" y="7560000"/>
                </a:lnTo>
                <a:lnTo>
                  <a:pt x="0" y="7560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>
            <a:off x="161436" y="161379"/>
            <a:ext cx="1866857" cy="496552"/>
          </a:xfrm>
          <a:custGeom>
            <a:avLst/>
            <a:gdLst/>
            <a:ahLst/>
            <a:cxnLst/>
            <a:rect l="l" t="t" r="r" b="b"/>
            <a:pathLst>
              <a:path w="1866857" h="496552">
                <a:moveTo>
                  <a:pt x="0" y="0"/>
                </a:moveTo>
                <a:lnTo>
                  <a:pt x="1866857" y="0"/>
                </a:lnTo>
                <a:lnTo>
                  <a:pt x="1866857" y="496552"/>
                </a:lnTo>
                <a:lnTo>
                  <a:pt x="0" y="49655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Freeform 4"/>
          <p:cNvSpPr/>
          <p:nvPr/>
        </p:nvSpPr>
        <p:spPr>
          <a:xfrm>
            <a:off x="161436" y="161379"/>
            <a:ext cx="571233" cy="496552"/>
          </a:xfrm>
          <a:custGeom>
            <a:avLst/>
            <a:gdLst/>
            <a:ahLst/>
            <a:cxnLst/>
            <a:rect l="l" t="t" r="r" b="b"/>
            <a:pathLst>
              <a:path w="571233" h="496552">
                <a:moveTo>
                  <a:pt x="0" y="0"/>
                </a:moveTo>
                <a:lnTo>
                  <a:pt x="571233" y="0"/>
                </a:lnTo>
                <a:lnTo>
                  <a:pt x="571233" y="496552"/>
                </a:lnTo>
                <a:lnTo>
                  <a:pt x="0" y="49655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TextBox 5"/>
          <p:cNvSpPr txBox="1"/>
          <p:nvPr/>
        </p:nvSpPr>
        <p:spPr>
          <a:xfrm>
            <a:off x="694979" y="215138"/>
            <a:ext cx="981543" cy="1713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1"/>
              </a:lnSpc>
            </a:pPr>
            <a:r>
              <a:rPr lang="en-US" sz="1096" b="1">
                <a:solidFill>
                  <a:srgbClr val="FFFFFF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INFORMATIKA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93298" y="379575"/>
            <a:ext cx="1149727" cy="1810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35"/>
              </a:lnSpc>
            </a:pPr>
            <a:r>
              <a:rPr lang="en-US" sz="63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SMK KELAS X</a:t>
            </a:r>
          </a:p>
          <a:p>
            <a:pPr algn="l">
              <a:lnSpc>
                <a:spcPts val="735"/>
              </a:lnSpc>
            </a:pPr>
            <a:r>
              <a:rPr lang="en-US" sz="63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GEOLOGI &amp; PERTAMBANGAN</a:t>
            </a:r>
          </a:p>
        </p:txBody>
      </p:sp>
      <p:sp>
        <p:nvSpPr>
          <p:cNvPr id="7" name="Freeform 7"/>
          <p:cNvSpPr/>
          <p:nvPr/>
        </p:nvSpPr>
        <p:spPr>
          <a:xfrm>
            <a:off x="2831331" y="161379"/>
            <a:ext cx="571233" cy="496552"/>
          </a:xfrm>
          <a:custGeom>
            <a:avLst/>
            <a:gdLst/>
            <a:ahLst/>
            <a:cxnLst/>
            <a:rect l="l" t="t" r="r" b="b"/>
            <a:pathLst>
              <a:path w="571233" h="496552">
                <a:moveTo>
                  <a:pt x="0" y="0"/>
                </a:moveTo>
                <a:lnTo>
                  <a:pt x="571233" y="0"/>
                </a:lnTo>
                <a:lnTo>
                  <a:pt x="571233" y="496552"/>
                </a:lnTo>
                <a:lnTo>
                  <a:pt x="0" y="49655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TextBox 8"/>
          <p:cNvSpPr txBox="1"/>
          <p:nvPr/>
        </p:nvSpPr>
        <p:spPr>
          <a:xfrm>
            <a:off x="3063243" y="278415"/>
            <a:ext cx="135748" cy="2985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76"/>
              </a:lnSpc>
            </a:pPr>
            <a:r>
              <a:rPr lang="en-US" sz="2066" b="1">
                <a:solidFill>
                  <a:srgbClr val="FFFFFF"/>
                </a:solidFill>
                <a:latin typeface="Roboto Condensed Bold"/>
                <a:ea typeface="Roboto Condensed Bold"/>
                <a:cs typeface="Roboto Condensed Bold"/>
                <a:sym typeface="Roboto Condensed Bold"/>
              </a:rPr>
              <a:t>4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431896" y="777930"/>
            <a:ext cx="2639717" cy="3463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40"/>
              </a:lnSpc>
            </a:pPr>
            <a:r>
              <a:rPr lang="en-US" sz="2295" b="1">
                <a:solidFill>
                  <a:srgbClr val="0B1327"/>
                </a:solidFill>
                <a:latin typeface="Poppins Bold"/>
                <a:ea typeface="Poppins Bold"/>
                <a:cs typeface="Poppins Bold"/>
                <a:sym typeface="Poppins Bold"/>
              </a:rPr>
              <a:t>URUTAN BERPIKIR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592835" y="1067118"/>
            <a:ext cx="2317839" cy="2867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27"/>
              </a:lnSpc>
            </a:pPr>
            <a:r>
              <a:rPr lang="en-US" sz="1849" b="1">
                <a:solidFill>
                  <a:srgbClr val="0B1327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SEBELUM MEMBUAT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611744" y="1288368"/>
            <a:ext cx="2280022" cy="4252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87"/>
              </a:lnSpc>
            </a:pPr>
            <a:r>
              <a:rPr lang="en-US" sz="2770" b="1">
                <a:solidFill>
                  <a:srgbClr val="193764"/>
                </a:solidFill>
                <a:latin typeface="Poppins Bold"/>
                <a:ea typeface="Poppins Bold"/>
                <a:cs typeface="Poppins Bold"/>
                <a:sym typeface="Poppins Bold"/>
              </a:rPr>
              <a:t>FLOWCHART</a:t>
            </a:r>
          </a:p>
        </p:txBody>
      </p:sp>
      <p:sp>
        <p:nvSpPr>
          <p:cNvPr id="12" name="Freeform 12"/>
          <p:cNvSpPr/>
          <p:nvPr/>
        </p:nvSpPr>
        <p:spPr>
          <a:xfrm>
            <a:off x="807178" y="1725517"/>
            <a:ext cx="1949645" cy="496552"/>
          </a:xfrm>
          <a:custGeom>
            <a:avLst/>
            <a:gdLst/>
            <a:ahLst/>
            <a:cxnLst/>
            <a:rect l="l" t="t" r="r" b="b"/>
            <a:pathLst>
              <a:path w="1949645" h="496552">
                <a:moveTo>
                  <a:pt x="0" y="0"/>
                </a:moveTo>
                <a:lnTo>
                  <a:pt x="1949644" y="0"/>
                </a:lnTo>
                <a:lnTo>
                  <a:pt x="1949644" y="496552"/>
                </a:lnTo>
                <a:lnTo>
                  <a:pt x="0" y="49655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3" name="Freeform 13"/>
          <p:cNvSpPr/>
          <p:nvPr/>
        </p:nvSpPr>
        <p:spPr>
          <a:xfrm>
            <a:off x="889965" y="1725517"/>
            <a:ext cx="409798" cy="413793"/>
          </a:xfrm>
          <a:custGeom>
            <a:avLst/>
            <a:gdLst/>
            <a:ahLst/>
            <a:cxnLst/>
            <a:rect l="l" t="t" r="r" b="b"/>
            <a:pathLst>
              <a:path w="409798" h="413793">
                <a:moveTo>
                  <a:pt x="0" y="0"/>
                </a:moveTo>
                <a:lnTo>
                  <a:pt x="409798" y="0"/>
                </a:lnTo>
                <a:lnTo>
                  <a:pt x="409798" y="413793"/>
                </a:lnTo>
                <a:lnTo>
                  <a:pt x="0" y="41379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TextBox 14"/>
          <p:cNvSpPr txBox="1"/>
          <p:nvPr/>
        </p:nvSpPr>
        <p:spPr>
          <a:xfrm>
            <a:off x="1456297" y="1830554"/>
            <a:ext cx="549966" cy="2328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25"/>
              </a:lnSpc>
            </a:pPr>
            <a:r>
              <a:rPr lang="en-US" sz="1499" b="1">
                <a:solidFill>
                  <a:srgbClr val="0B1327"/>
                </a:solidFill>
                <a:latin typeface="Roboto Condensed Bold"/>
                <a:ea typeface="Roboto Condensed Bold"/>
                <a:cs typeface="Roboto Condensed Bold"/>
                <a:sym typeface="Roboto Condensed Bold"/>
              </a:rPr>
              <a:t>KASUS</a:t>
            </a:r>
          </a:p>
        </p:txBody>
      </p:sp>
      <p:sp>
        <p:nvSpPr>
          <p:cNvPr id="15" name="Freeform 15"/>
          <p:cNvSpPr/>
          <p:nvPr/>
        </p:nvSpPr>
        <p:spPr>
          <a:xfrm>
            <a:off x="1618495" y="2052414"/>
            <a:ext cx="165575" cy="252414"/>
          </a:xfrm>
          <a:custGeom>
            <a:avLst/>
            <a:gdLst/>
            <a:ahLst/>
            <a:cxnLst/>
            <a:rect l="l" t="t" r="r" b="b"/>
            <a:pathLst>
              <a:path w="165575" h="252414">
                <a:moveTo>
                  <a:pt x="0" y="0"/>
                </a:moveTo>
                <a:lnTo>
                  <a:pt x="165575" y="0"/>
                </a:lnTo>
                <a:lnTo>
                  <a:pt x="165575" y="252414"/>
                </a:lnTo>
                <a:lnTo>
                  <a:pt x="0" y="25241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6" name="Freeform 16"/>
          <p:cNvSpPr/>
          <p:nvPr/>
        </p:nvSpPr>
        <p:spPr>
          <a:xfrm>
            <a:off x="807178" y="2217931"/>
            <a:ext cx="1949645" cy="496552"/>
          </a:xfrm>
          <a:custGeom>
            <a:avLst/>
            <a:gdLst/>
            <a:ahLst/>
            <a:cxnLst/>
            <a:rect l="l" t="t" r="r" b="b"/>
            <a:pathLst>
              <a:path w="1949645" h="496552">
                <a:moveTo>
                  <a:pt x="0" y="0"/>
                </a:moveTo>
                <a:lnTo>
                  <a:pt x="1949644" y="0"/>
                </a:lnTo>
                <a:lnTo>
                  <a:pt x="1949644" y="496552"/>
                </a:lnTo>
                <a:lnTo>
                  <a:pt x="0" y="49655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7" name="Freeform 17"/>
          <p:cNvSpPr/>
          <p:nvPr/>
        </p:nvSpPr>
        <p:spPr>
          <a:xfrm>
            <a:off x="889965" y="2217931"/>
            <a:ext cx="409798" cy="413793"/>
          </a:xfrm>
          <a:custGeom>
            <a:avLst/>
            <a:gdLst/>
            <a:ahLst/>
            <a:cxnLst/>
            <a:rect l="l" t="t" r="r" b="b"/>
            <a:pathLst>
              <a:path w="409798" h="413793">
                <a:moveTo>
                  <a:pt x="0" y="0"/>
                </a:moveTo>
                <a:lnTo>
                  <a:pt x="409798" y="0"/>
                </a:lnTo>
                <a:lnTo>
                  <a:pt x="409798" y="413793"/>
                </a:lnTo>
                <a:lnTo>
                  <a:pt x="0" y="413793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8" name="TextBox 18"/>
          <p:cNvSpPr txBox="1"/>
          <p:nvPr/>
        </p:nvSpPr>
        <p:spPr>
          <a:xfrm>
            <a:off x="1455112" y="2317390"/>
            <a:ext cx="668528" cy="2328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25"/>
              </a:lnSpc>
            </a:pPr>
            <a:r>
              <a:rPr lang="en-US" sz="1499" b="1">
                <a:solidFill>
                  <a:srgbClr val="0B1327"/>
                </a:solidFill>
                <a:latin typeface="Roboto Condensed Bold"/>
                <a:ea typeface="Roboto Condensed Bold"/>
                <a:cs typeface="Roboto Condensed Bold"/>
                <a:sym typeface="Roboto Condensed Bold"/>
              </a:rPr>
              <a:t>PAHAMI</a:t>
            </a:r>
          </a:p>
        </p:txBody>
      </p:sp>
      <p:sp>
        <p:nvSpPr>
          <p:cNvPr id="19" name="Freeform 19"/>
          <p:cNvSpPr/>
          <p:nvPr/>
        </p:nvSpPr>
        <p:spPr>
          <a:xfrm>
            <a:off x="1618495" y="2544828"/>
            <a:ext cx="165575" cy="252414"/>
          </a:xfrm>
          <a:custGeom>
            <a:avLst/>
            <a:gdLst/>
            <a:ahLst/>
            <a:cxnLst/>
            <a:rect l="l" t="t" r="r" b="b"/>
            <a:pathLst>
              <a:path w="165575" h="252414">
                <a:moveTo>
                  <a:pt x="0" y="0"/>
                </a:moveTo>
                <a:lnTo>
                  <a:pt x="165575" y="0"/>
                </a:lnTo>
                <a:lnTo>
                  <a:pt x="165575" y="252413"/>
                </a:lnTo>
                <a:lnTo>
                  <a:pt x="0" y="252413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0" name="Freeform 20"/>
          <p:cNvSpPr/>
          <p:nvPr/>
        </p:nvSpPr>
        <p:spPr>
          <a:xfrm>
            <a:off x="807178" y="2627586"/>
            <a:ext cx="1949645" cy="496552"/>
          </a:xfrm>
          <a:custGeom>
            <a:avLst/>
            <a:gdLst/>
            <a:ahLst/>
            <a:cxnLst/>
            <a:rect l="l" t="t" r="r" b="b"/>
            <a:pathLst>
              <a:path w="1949645" h="496552">
                <a:moveTo>
                  <a:pt x="0" y="0"/>
                </a:moveTo>
                <a:lnTo>
                  <a:pt x="1949644" y="0"/>
                </a:lnTo>
                <a:lnTo>
                  <a:pt x="1949644" y="496552"/>
                </a:lnTo>
                <a:lnTo>
                  <a:pt x="0" y="496552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1" name="Freeform 21"/>
          <p:cNvSpPr/>
          <p:nvPr/>
        </p:nvSpPr>
        <p:spPr>
          <a:xfrm>
            <a:off x="889965" y="2710345"/>
            <a:ext cx="409798" cy="413793"/>
          </a:xfrm>
          <a:custGeom>
            <a:avLst/>
            <a:gdLst/>
            <a:ahLst/>
            <a:cxnLst/>
            <a:rect l="l" t="t" r="r" b="b"/>
            <a:pathLst>
              <a:path w="409798" h="413793">
                <a:moveTo>
                  <a:pt x="0" y="0"/>
                </a:moveTo>
                <a:lnTo>
                  <a:pt x="409798" y="0"/>
                </a:lnTo>
                <a:lnTo>
                  <a:pt x="409798" y="413793"/>
                </a:lnTo>
                <a:lnTo>
                  <a:pt x="0" y="413793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2" name="TextBox 22"/>
          <p:cNvSpPr txBox="1"/>
          <p:nvPr/>
        </p:nvSpPr>
        <p:spPr>
          <a:xfrm>
            <a:off x="1454129" y="2804227"/>
            <a:ext cx="766771" cy="2328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25"/>
              </a:lnSpc>
            </a:pPr>
            <a:r>
              <a:rPr lang="en-US" sz="1499" b="1">
                <a:solidFill>
                  <a:srgbClr val="0B1327"/>
                </a:solidFill>
                <a:latin typeface="Roboto Condensed Bold"/>
                <a:ea typeface="Roboto Condensed Bold"/>
                <a:cs typeface="Roboto Condensed Bold"/>
                <a:sym typeface="Roboto Condensed Bold"/>
              </a:rPr>
              <a:t>ANALISIS</a:t>
            </a:r>
          </a:p>
        </p:txBody>
      </p:sp>
      <p:sp>
        <p:nvSpPr>
          <p:cNvPr id="23" name="Freeform 23"/>
          <p:cNvSpPr/>
          <p:nvPr/>
        </p:nvSpPr>
        <p:spPr>
          <a:xfrm>
            <a:off x="1618495" y="3037241"/>
            <a:ext cx="165575" cy="252414"/>
          </a:xfrm>
          <a:custGeom>
            <a:avLst/>
            <a:gdLst/>
            <a:ahLst/>
            <a:cxnLst/>
            <a:rect l="l" t="t" r="r" b="b"/>
            <a:pathLst>
              <a:path w="165575" h="252414">
                <a:moveTo>
                  <a:pt x="0" y="0"/>
                </a:moveTo>
                <a:lnTo>
                  <a:pt x="165575" y="0"/>
                </a:lnTo>
                <a:lnTo>
                  <a:pt x="165575" y="252414"/>
                </a:lnTo>
                <a:lnTo>
                  <a:pt x="0" y="252414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4" name="Freeform 24"/>
          <p:cNvSpPr/>
          <p:nvPr/>
        </p:nvSpPr>
        <p:spPr>
          <a:xfrm>
            <a:off x="807178" y="3120000"/>
            <a:ext cx="1949645" cy="496552"/>
          </a:xfrm>
          <a:custGeom>
            <a:avLst/>
            <a:gdLst/>
            <a:ahLst/>
            <a:cxnLst/>
            <a:rect l="l" t="t" r="r" b="b"/>
            <a:pathLst>
              <a:path w="1949645" h="496552">
                <a:moveTo>
                  <a:pt x="0" y="0"/>
                </a:moveTo>
                <a:lnTo>
                  <a:pt x="1949644" y="0"/>
                </a:lnTo>
                <a:lnTo>
                  <a:pt x="1949644" y="496552"/>
                </a:lnTo>
                <a:lnTo>
                  <a:pt x="0" y="496552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5" name="Freeform 25"/>
          <p:cNvSpPr/>
          <p:nvPr/>
        </p:nvSpPr>
        <p:spPr>
          <a:xfrm>
            <a:off x="889965" y="3202759"/>
            <a:ext cx="409798" cy="413793"/>
          </a:xfrm>
          <a:custGeom>
            <a:avLst/>
            <a:gdLst/>
            <a:ahLst/>
            <a:cxnLst/>
            <a:rect l="l" t="t" r="r" b="b"/>
            <a:pathLst>
              <a:path w="409798" h="413793">
                <a:moveTo>
                  <a:pt x="0" y="0"/>
                </a:moveTo>
                <a:lnTo>
                  <a:pt x="409798" y="0"/>
                </a:lnTo>
                <a:lnTo>
                  <a:pt x="409798" y="413793"/>
                </a:lnTo>
                <a:lnTo>
                  <a:pt x="0" y="413793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6" name="TextBox 26"/>
          <p:cNvSpPr txBox="1"/>
          <p:nvPr/>
        </p:nvSpPr>
        <p:spPr>
          <a:xfrm>
            <a:off x="1458965" y="3279999"/>
            <a:ext cx="283226" cy="2328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25"/>
              </a:lnSpc>
            </a:pPr>
            <a:r>
              <a:rPr lang="en-US" sz="1499" b="1">
                <a:solidFill>
                  <a:srgbClr val="0B1327"/>
                </a:solidFill>
                <a:latin typeface="Roboto Condensed Bold"/>
                <a:ea typeface="Roboto Condensed Bold"/>
                <a:cs typeface="Roboto Condensed Bold"/>
                <a:sym typeface="Roboto Condensed Bold"/>
              </a:rPr>
              <a:t>IPO</a:t>
            </a:r>
          </a:p>
        </p:txBody>
      </p:sp>
      <p:sp>
        <p:nvSpPr>
          <p:cNvPr id="27" name="Freeform 27"/>
          <p:cNvSpPr/>
          <p:nvPr/>
        </p:nvSpPr>
        <p:spPr>
          <a:xfrm>
            <a:off x="1618495" y="3529655"/>
            <a:ext cx="165575" cy="252414"/>
          </a:xfrm>
          <a:custGeom>
            <a:avLst/>
            <a:gdLst/>
            <a:ahLst/>
            <a:cxnLst/>
            <a:rect l="l" t="t" r="r" b="b"/>
            <a:pathLst>
              <a:path w="165575" h="252414">
                <a:moveTo>
                  <a:pt x="0" y="0"/>
                </a:moveTo>
                <a:lnTo>
                  <a:pt x="165575" y="0"/>
                </a:lnTo>
                <a:lnTo>
                  <a:pt x="165575" y="252414"/>
                </a:lnTo>
                <a:lnTo>
                  <a:pt x="0" y="252414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8" name="Freeform 28"/>
          <p:cNvSpPr/>
          <p:nvPr/>
        </p:nvSpPr>
        <p:spPr>
          <a:xfrm>
            <a:off x="807178" y="3612414"/>
            <a:ext cx="1949645" cy="496552"/>
          </a:xfrm>
          <a:custGeom>
            <a:avLst/>
            <a:gdLst/>
            <a:ahLst/>
            <a:cxnLst/>
            <a:rect l="l" t="t" r="r" b="b"/>
            <a:pathLst>
              <a:path w="1949645" h="496552">
                <a:moveTo>
                  <a:pt x="0" y="0"/>
                </a:moveTo>
                <a:lnTo>
                  <a:pt x="1949644" y="0"/>
                </a:lnTo>
                <a:lnTo>
                  <a:pt x="1949644" y="496552"/>
                </a:lnTo>
                <a:lnTo>
                  <a:pt x="0" y="496552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9" name="Freeform 29"/>
          <p:cNvSpPr/>
          <p:nvPr/>
        </p:nvSpPr>
        <p:spPr>
          <a:xfrm>
            <a:off x="889965" y="3695172"/>
            <a:ext cx="409798" cy="413793"/>
          </a:xfrm>
          <a:custGeom>
            <a:avLst/>
            <a:gdLst/>
            <a:ahLst/>
            <a:cxnLst/>
            <a:rect l="l" t="t" r="r" b="b"/>
            <a:pathLst>
              <a:path w="409798" h="413793">
                <a:moveTo>
                  <a:pt x="0" y="0"/>
                </a:moveTo>
                <a:lnTo>
                  <a:pt x="409798" y="0"/>
                </a:lnTo>
                <a:lnTo>
                  <a:pt x="409798" y="413794"/>
                </a:lnTo>
                <a:lnTo>
                  <a:pt x="0" y="413794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0" name="TextBox 30"/>
          <p:cNvSpPr txBox="1"/>
          <p:nvPr/>
        </p:nvSpPr>
        <p:spPr>
          <a:xfrm>
            <a:off x="1452008" y="3766835"/>
            <a:ext cx="978879" cy="2328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25"/>
              </a:lnSpc>
            </a:pPr>
            <a:r>
              <a:rPr lang="en-US" sz="1499" b="1">
                <a:solidFill>
                  <a:srgbClr val="0B1327"/>
                </a:solidFill>
                <a:latin typeface="Roboto Condensed Bold"/>
                <a:ea typeface="Roboto Condensed Bold"/>
                <a:cs typeface="Roboto Condensed Bold"/>
                <a:sym typeface="Roboto Condensed Bold"/>
              </a:rPr>
              <a:t>ALGORITMA</a:t>
            </a:r>
          </a:p>
        </p:txBody>
      </p:sp>
      <p:sp>
        <p:nvSpPr>
          <p:cNvPr id="31" name="Freeform 31"/>
          <p:cNvSpPr/>
          <p:nvPr/>
        </p:nvSpPr>
        <p:spPr>
          <a:xfrm>
            <a:off x="1618495" y="4026207"/>
            <a:ext cx="165575" cy="248276"/>
          </a:xfrm>
          <a:custGeom>
            <a:avLst/>
            <a:gdLst/>
            <a:ahLst/>
            <a:cxnLst/>
            <a:rect l="l" t="t" r="r" b="b"/>
            <a:pathLst>
              <a:path w="165575" h="248276">
                <a:moveTo>
                  <a:pt x="0" y="0"/>
                </a:moveTo>
                <a:lnTo>
                  <a:pt x="165575" y="0"/>
                </a:lnTo>
                <a:lnTo>
                  <a:pt x="165575" y="248276"/>
                </a:lnTo>
                <a:lnTo>
                  <a:pt x="0" y="248276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2" name="Freeform 32"/>
          <p:cNvSpPr/>
          <p:nvPr/>
        </p:nvSpPr>
        <p:spPr>
          <a:xfrm>
            <a:off x="807178" y="4104828"/>
            <a:ext cx="1949645" cy="500690"/>
          </a:xfrm>
          <a:custGeom>
            <a:avLst/>
            <a:gdLst/>
            <a:ahLst/>
            <a:cxnLst/>
            <a:rect l="l" t="t" r="r" b="b"/>
            <a:pathLst>
              <a:path w="1949645" h="500690">
                <a:moveTo>
                  <a:pt x="0" y="0"/>
                </a:moveTo>
                <a:lnTo>
                  <a:pt x="1949644" y="0"/>
                </a:lnTo>
                <a:lnTo>
                  <a:pt x="1949644" y="500689"/>
                </a:lnTo>
                <a:lnTo>
                  <a:pt x="0" y="500689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3" name="Freeform 33"/>
          <p:cNvSpPr/>
          <p:nvPr/>
        </p:nvSpPr>
        <p:spPr>
          <a:xfrm>
            <a:off x="889965" y="4187586"/>
            <a:ext cx="409798" cy="417931"/>
          </a:xfrm>
          <a:custGeom>
            <a:avLst/>
            <a:gdLst/>
            <a:ahLst/>
            <a:cxnLst/>
            <a:rect l="l" t="t" r="r" b="b"/>
            <a:pathLst>
              <a:path w="409798" h="417931">
                <a:moveTo>
                  <a:pt x="0" y="0"/>
                </a:moveTo>
                <a:lnTo>
                  <a:pt x="409798" y="0"/>
                </a:lnTo>
                <a:lnTo>
                  <a:pt x="409798" y="417931"/>
                </a:lnTo>
                <a:lnTo>
                  <a:pt x="0" y="417931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4" name="TextBox 34"/>
          <p:cNvSpPr txBox="1"/>
          <p:nvPr/>
        </p:nvSpPr>
        <p:spPr>
          <a:xfrm>
            <a:off x="1451253" y="4266893"/>
            <a:ext cx="1054391" cy="2310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551" b="1">
                <a:solidFill>
                  <a:srgbClr val="0B1327"/>
                </a:solidFill>
                <a:latin typeface="Roboto Condensed Bold"/>
                <a:ea typeface="Roboto Condensed Bold"/>
                <a:cs typeface="Roboto Condensed Bold"/>
                <a:sym typeface="Roboto Condensed Bold"/>
              </a:rPr>
              <a:t>FLOWCHART</a:t>
            </a:r>
          </a:p>
        </p:txBody>
      </p:sp>
      <p:sp>
        <p:nvSpPr>
          <p:cNvPr id="35" name="Freeform 35"/>
          <p:cNvSpPr/>
          <p:nvPr/>
        </p:nvSpPr>
        <p:spPr>
          <a:xfrm>
            <a:off x="1618495" y="4435862"/>
            <a:ext cx="165575" cy="331034"/>
          </a:xfrm>
          <a:custGeom>
            <a:avLst/>
            <a:gdLst/>
            <a:ahLst/>
            <a:cxnLst/>
            <a:rect l="l" t="t" r="r" b="b"/>
            <a:pathLst>
              <a:path w="165575" h="331034">
                <a:moveTo>
                  <a:pt x="0" y="0"/>
                </a:moveTo>
                <a:lnTo>
                  <a:pt x="165575" y="0"/>
                </a:lnTo>
                <a:lnTo>
                  <a:pt x="165575" y="331035"/>
                </a:lnTo>
                <a:lnTo>
                  <a:pt x="0" y="331035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6" name="Freeform 36"/>
          <p:cNvSpPr/>
          <p:nvPr/>
        </p:nvSpPr>
        <p:spPr>
          <a:xfrm>
            <a:off x="807178" y="4601379"/>
            <a:ext cx="1949645" cy="496552"/>
          </a:xfrm>
          <a:custGeom>
            <a:avLst/>
            <a:gdLst/>
            <a:ahLst/>
            <a:cxnLst/>
            <a:rect l="l" t="t" r="r" b="b"/>
            <a:pathLst>
              <a:path w="1949645" h="496552">
                <a:moveTo>
                  <a:pt x="0" y="0"/>
                </a:moveTo>
                <a:lnTo>
                  <a:pt x="1949644" y="0"/>
                </a:lnTo>
                <a:lnTo>
                  <a:pt x="1949644" y="496552"/>
                </a:lnTo>
                <a:lnTo>
                  <a:pt x="0" y="496552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7" name="Freeform 37"/>
          <p:cNvSpPr/>
          <p:nvPr/>
        </p:nvSpPr>
        <p:spPr>
          <a:xfrm>
            <a:off x="889965" y="4680000"/>
            <a:ext cx="409798" cy="417931"/>
          </a:xfrm>
          <a:custGeom>
            <a:avLst/>
            <a:gdLst/>
            <a:ahLst/>
            <a:cxnLst/>
            <a:rect l="l" t="t" r="r" b="b"/>
            <a:pathLst>
              <a:path w="409798" h="417931">
                <a:moveTo>
                  <a:pt x="0" y="0"/>
                </a:moveTo>
                <a:lnTo>
                  <a:pt x="409798" y="0"/>
                </a:lnTo>
                <a:lnTo>
                  <a:pt x="409798" y="417931"/>
                </a:lnTo>
                <a:lnTo>
                  <a:pt x="0" y="417931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8" name="TextBox 38"/>
          <p:cNvSpPr txBox="1"/>
          <p:nvPr/>
        </p:nvSpPr>
        <p:spPr>
          <a:xfrm>
            <a:off x="1454471" y="4740509"/>
            <a:ext cx="732554" cy="2328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25"/>
              </a:lnSpc>
            </a:pPr>
            <a:r>
              <a:rPr lang="en-US" sz="1499" b="1">
                <a:solidFill>
                  <a:srgbClr val="0B1327"/>
                </a:solidFill>
                <a:latin typeface="Roboto Condensed Bold"/>
                <a:ea typeface="Roboto Condensed Bold"/>
                <a:cs typeface="Roboto Condensed Bold"/>
                <a:sym typeface="Roboto Condensed Bold"/>
              </a:rPr>
              <a:t>TRACING</a:t>
            </a:r>
          </a:p>
        </p:txBody>
      </p:sp>
      <p:sp>
        <p:nvSpPr>
          <p:cNvPr id="39" name="Freeform 39"/>
          <p:cNvSpPr/>
          <p:nvPr/>
        </p:nvSpPr>
        <p:spPr>
          <a:xfrm>
            <a:off x="1618495" y="4928276"/>
            <a:ext cx="165575" cy="331034"/>
          </a:xfrm>
          <a:custGeom>
            <a:avLst/>
            <a:gdLst/>
            <a:ahLst/>
            <a:cxnLst/>
            <a:rect l="l" t="t" r="r" b="b"/>
            <a:pathLst>
              <a:path w="165575" h="331034">
                <a:moveTo>
                  <a:pt x="0" y="0"/>
                </a:moveTo>
                <a:lnTo>
                  <a:pt x="165575" y="0"/>
                </a:lnTo>
                <a:lnTo>
                  <a:pt x="165575" y="331034"/>
                </a:lnTo>
                <a:lnTo>
                  <a:pt x="0" y="331034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0" name="Freeform 40"/>
          <p:cNvSpPr/>
          <p:nvPr/>
        </p:nvSpPr>
        <p:spPr>
          <a:xfrm>
            <a:off x="807178" y="5093793"/>
            <a:ext cx="1949645" cy="496552"/>
          </a:xfrm>
          <a:custGeom>
            <a:avLst/>
            <a:gdLst/>
            <a:ahLst/>
            <a:cxnLst/>
            <a:rect l="l" t="t" r="r" b="b"/>
            <a:pathLst>
              <a:path w="1949645" h="496552">
                <a:moveTo>
                  <a:pt x="0" y="0"/>
                </a:moveTo>
                <a:lnTo>
                  <a:pt x="1949644" y="0"/>
                </a:lnTo>
                <a:lnTo>
                  <a:pt x="1949644" y="496552"/>
                </a:lnTo>
                <a:lnTo>
                  <a:pt x="0" y="496552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1" name="Freeform 41"/>
          <p:cNvSpPr/>
          <p:nvPr/>
        </p:nvSpPr>
        <p:spPr>
          <a:xfrm>
            <a:off x="889965" y="5093793"/>
            <a:ext cx="409798" cy="413793"/>
          </a:xfrm>
          <a:custGeom>
            <a:avLst/>
            <a:gdLst/>
            <a:ahLst/>
            <a:cxnLst/>
            <a:rect l="l" t="t" r="r" b="b"/>
            <a:pathLst>
              <a:path w="409798" h="413793">
                <a:moveTo>
                  <a:pt x="0" y="0"/>
                </a:moveTo>
                <a:lnTo>
                  <a:pt x="409798" y="0"/>
                </a:lnTo>
                <a:lnTo>
                  <a:pt x="409798" y="413793"/>
                </a:lnTo>
                <a:lnTo>
                  <a:pt x="0" y="413793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2" name="TextBox 42"/>
          <p:cNvSpPr txBox="1"/>
          <p:nvPr/>
        </p:nvSpPr>
        <p:spPr>
          <a:xfrm>
            <a:off x="1453935" y="5240566"/>
            <a:ext cx="786176" cy="2310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551" b="1">
                <a:solidFill>
                  <a:srgbClr val="0B1327"/>
                </a:solidFill>
                <a:latin typeface="Roboto Condensed Bold"/>
                <a:ea typeface="Roboto Condensed Bold"/>
                <a:cs typeface="Roboto Condensed Bold"/>
                <a:sym typeface="Roboto Condensed Bold"/>
              </a:rPr>
              <a:t>PERBAIKI</a:t>
            </a:r>
          </a:p>
        </p:txBody>
      </p:sp>
      <p:sp>
        <p:nvSpPr>
          <p:cNvPr id="43" name="Freeform 43"/>
          <p:cNvSpPr/>
          <p:nvPr/>
        </p:nvSpPr>
        <p:spPr>
          <a:xfrm>
            <a:off x="161436" y="5586207"/>
            <a:ext cx="1539847" cy="823448"/>
          </a:xfrm>
          <a:custGeom>
            <a:avLst/>
            <a:gdLst/>
            <a:ahLst/>
            <a:cxnLst/>
            <a:rect l="l" t="t" r="r" b="b"/>
            <a:pathLst>
              <a:path w="1539847" h="823448">
                <a:moveTo>
                  <a:pt x="0" y="0"/>
                </a:moveTo>
                <a:lnTo>
                  <a:pt x="1539846" y="0"/>
                </a:lnTo>
                <a:lnTo>
                  <a:pt x="1539846" y="823448"/>
                </a:lnTo>
                <a:lnTo>
                  <a:pt x="0" y="823448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4" name="Freeform 44"/>
          <p:cNvSpPr/>
          <p:nvPr/>
        </p:nvSpPr>
        <p:spPr>
          <a:xfrm>
            <a:off x="240084" y="5668966"/>
            <a:ext cx="409798" cy="496552"/>
          </a:xfrm>
          <a:custGeom>
            <a:avLst/>
            <a:gdLst/>
            <a:ahLst/>
            <a:cxnLst/>
            <a:rect l="l" t="t" r="r" b="b"/>
            <a:pathLst>
              <a:path w="409798" h="496552">
                <a:moveTo>
                  <a:pt x="0" y="0"/>
                </a:moveTo>
                <a:lnTo>
                  <a:pt x="409798" y="0"/>
                </a:lnTo>
                <a:lnTo>
                  <a:pt x="409798" y="496551"/>
                </a:lnTo>
                <a:lnTo>
                  <a:pt x="0" y="496551"/>
                </a:lnTo>
                <a:lnTo>
                  <a:pt x="0" y="0"/>
                </a:lnTo>
                <a:close/>
              </a:path>
            </a:pathLst>
          </a:custGeom>
          <a:blipFill>
            <a:blip r:embed="rId30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5" name="TextBox 45"/>
          <p:cNvSpPr txBox="1"/>
          <p:nvPr/>
        </p:nvSpPr>
        <p:spPr>
          <a:xfrm>
            <a:off x="713060" y="5736311"/>
            <a:ext cx="739742" cy="2328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25"/>
              </a:lnSpc>
            </a:pPr>
            <a:r>
              <a:rPr lang="en-US" sz="1499" b="1">
                <a:solidFill>
                  <a:srgbClr val="ED6D0E"/>
                </a:solidFill>
                <a:latin typeface="Roboto Condensed Bold"/>
                <a:ea typeface="Roboto Condensed Bold"/>
                <a:cs typeface="Roboto Condensed Bold"/>
                <a:sym typeface="Roboto Condensed Bold"/>
              </a:rPr>
              <a:t>JANGAN: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713533" y="5979639"/>
            <a:ext cx="692418" cy="3129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1"/>
              </a:lnSpc>
            </a:pPr>
            <a:r>
              <a:rPr lang="en-US" sz="1009" b="1">
                <a:solidFill>
                  <a:srgbClr val="0B1327"/>
                </a:solidFill>
                <a:latin typeface="Roboto Condensed Bold"/>
                <a:ea typeface="Roboto Condensed Bold"/>
                <a:cs typeface="Roboto Condensed Bold"/>
                <a:sym typeface="Roboto Condensed Bold"/>
              </a:rPr>
              <a:t>Langsung menggambar</a:t>
            </a:r>
          </a:p>
        </p:txBody>
      </p:sp>
      <p:sp>
        <p:nvSpPr>
          <p:cNvPr id="47" name="Freeform 47"/>
          <p:cNvSpPr/>
          <p:nvPr/>
        </p:nvSpPr>
        <p:spPr>
          <a:xfrm>
            <a:off x="1697143" y="5586207"/>
            <a:ext cx="1705422" cy="823448"/>
          </a:xfrm>
          <a:custGeom>
            <a:avLst/>
            <a:gdLst/>
            <a:ahLst/>
            <a:cxnLst/>
            <a:rect l="l" t="t" r="r" b="b"/>
            <a:pathLst>
              <a:path w="1705422" h="823448">
                <a:moveTo>
                  <a:pt x="0" y="0"/>
                </a:moveTo>
                <a:lnTo>
                  <a:pt x="1705421" y="0"/>
                </a:lnTo>
                <a:lnTo>
                  <a:pt x="1705421" y="823448"/>
                </a:lnTo>
                <a:lnTo>
                  <a:pt x="0" y="823448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8" name="Freeform 48"/>
          <p:cNvSpPr/>
          <p:nvPr/>
        </p:nvSpPr>
        <p:spPr>
          <a:xfrm>
            <a:off x="1779930" y="5668966"/>
            <a:ext cx="409798" cy="496552"/>
          </a:xfrm>
          <a:custGeom>
            <a:avLst/>
            <a:gdLst/>
            <a:ahLst/>
            <a:cxnLst/>
            <a:rect l="l" t="t" r="r" b="b"/>
            <a:pathLst>
              <a:path w="409798" h="496552">
                <a:moveTo>
                  <a:pt x="0" y="0"/>
                </a:moveTo>
                <a:lnTo>
                  <a:pt x="409798" y="0"/>
                </a:lnTo>
                <a:lnTo>
                  <a:pt x="409798" y="496551"/>
                </a:lnTo>
                <a:lnTo>
                  <a:pt x="0" y="496551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9" name="TextBox 49"/>
          <p:cNvSpPr txBox="1"/>
          <p:nvPr/>
        </p:nvSpPr>
        <p:spPr>
          <a:xfrm>
            <a:off x="2179157" y="5736311"/>
            <a:ext cx="831755" cy="2328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25"/>
              </a:lnSpc>
            </a:pPr>
            <a:r>
              <a:rPr lang="en-US" sz="1499" b="1">
                <a:solidFill>
                  <a:srgbClr val="193764"/>
                </a:solidFill>
                <a:latin typeface="Roboto Condensed Bold"/>
                <a:ea typeface="Roboto Condensed Bold"/>
                <a:cs typeface="Roboto Condensed Bold"/>
                <a:sym typeface="Roboto Condensed Bold"/>
              </a:rPr>
              <a:t>LAKUKAN: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2176099" y="5979668"/>
            <a:ext cx="1137573" cy="3129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1"/>
              </a:lnSpc>
            </a:pPr>
            <a:r>
              <a:rPr lang="en-US" sz="1009" b="1">
                <a:solidFill>
                  <a:srgbClr val="0B1327"/>
                </a:solidFill>
                <a:latin typeface="Roboto Condensed Bold"/>
                <a:ea typeface="Roboto Condensed Bold"/>
                <a:cs typeface="Roboto Condensed Bold"/>
                <a:sym typeface="Roboto Condensed Bold"/>
              </a:rPr>
              <a:t>Pahami, susun langkah, baru gambar</a:t>
            </a:r>
          </a:p>
        </p:txBody>
      </p:sp>
      <p:sp>
        <p:nvSpPr>
          <p:cNvPr id="51" name="Freeform 51"/>
          <p:cNvSpPr/>
          <p:nvPr/>
        </p:nvSpPr>
        <p:spPr>
          <a:xfrm>
            <a:off x="161436" y="6571034"/>
            <a:ext cx="3241129" cy="910345"/>
          </a:xfrm>
          <a:custGeom>
            <a:avLst/>
            <a:gdLst/>
            <a:ahLst/>
            <a:cxnLst/>
            <a:rect l="l" t="t" r="r" b="b"/>
            <a:pathLst>
              <a:path w="3241129" h="910345">
                <a:moveTo>
                  <a:pt x="0" y="0"/>
                </a:moveTo>
                <a:lnTo>
                  <a:pt x="3241128" y="0"/>
                </a:lnTo>
                <a:lnTo>
                  <a:pt x="3241128" y="910345"/>
                </a:lnTo>
                <a:lnTo>
                  <a:pt x="0" y="910345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2" name="Freeform 52"/>
          <p:cNvSpPr/>
          <p:nvPr/>
        </p:nvSpPr>
        <p:spPr>
          <a:xfrm>
            <a:off x="240084" y="6571034"/>
            <a:ext cx="894105" cy="827586"/>
          </a:xfrm>
          <a:custGeom>
            <a:avLst/>
            <a:gdLst/>
            <a:ahLst/>
            <a:cxnLst/>
            <a:rect l="l" t="t" r="r" b="b"/>
            <a:pathLst>
              <a:path w="894105" h="827586">
                <a:moveTo>
                  <a:pt x="0" y="0"/>
                </a:moveTo>
                <a:lnTo>
                  <a:pt x="894104" y="0"/>
                </a:lnTo>
                <a:lnTo>
                  <a:pt x="894104" y="827587"/>
                </a:lnTo>
                <a:lnTo>
                  <a:pt x="0" y="827587"/>
                </a:lnTo>
                <a:lnTo>
                  <a:pt x="0" y="0"/>
                </a:lnTo>
                <a:close/>
              </a:path>
            </a:pathLst>
          </a:custGeom>
          <a:blipFill>
            <a:blip r:embed="rId34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3" name="TextBox 53"/>
          <p:cNvSpPr txBox="1"/>
          <p:nvPr/>
        </p:nvSpPr>
        <p:spPr>
          <a:xfrm>
            <a:off x="1216198" y="6643572"/>
            <a:ext cx="1588761" cy="7056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50"/>
              </a:lnSpc>
            </a:pPr>
            <a:r>
              <a:rPr lang="en-US" sz="1608" b="1">
                <a:solidFill>
                  <a:srgbClr val="0B1327"/>
                </a:solidFill>
                <a:latin typeface="Roboto Condensed Bold"/>
                <a:ea typeface="Roboto Condensed Bold"/>
                <a:cs typeface="Roboto Condensed Bold"/>
                <a:sym typeface="Roboto Condensed Bold"/>
              </a:rPr>
              <a:t>Flowchart disusun dari </a:t>
            </a:r>
            <a:r>
              <a:rPr lang="en-US" sz="1608" b="1">
                <a:solidFill>
                  <a:srgbClr val="ED6D0E"/>
                </a:solidFill>
                <a:latin typeface="Roboto Condensed Bold"/>
                <a:ea typeface="Roboto Condensed Bold"/>
                <a:cs typeface="Roboto Condensed Bold"/>
                <a:sym typeface="Roboto Condensed Bold"/>
              </a:rPr>
              <a:t>logika</a:t>
            </a:r>
            <a:r>
              <a:rPr lang="en-US" sz="1608" b="1">
                <a:solidFill>
                  <a:srgbClr val="0B1327"/>
                </a:solidFill>
                <a:latin typeface="Roboto Condensed Bold"/>
                <a:ea typeface="Roboto Condensed Bold"/>
                <a:cs typeface="Roboto Condensed Bold"/>
                <a:sym typeface="Roboto Condensed Bold"/>
              </a:rPr>
              <a:t> yang sudah kita </a:t>
            </a:r>
            <a:r>
              <a:rPr lang="en-US" sz="1608" b="1">
                <a:solidFill>
                  <a:srgbClr val="193764"/>
                </a:solidFill>
                <a:latin typeface="Roboto Condensed Bold"/>
                <a:ea typeface="Roboto Condensed Bold"/>
                <a:cs typeface="Roboto Condensed Bold"/>
                <a:sym typeface="Roboto Condensed Bold"/>
              </a:rPr>
              <a:t>pahami.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2960286" y="204083"/>
            <a:ext cx="341662" cy="1020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35"/>
              </a:lnSpc>
            </a:pPr>
            <a:r>
              <a:rPr lang="en-US" sz="639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Halaman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3024846" y="524953"/>
            <a:ext cx="212541" cy="1020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35"/>
              </a:lnSpc>
            </a:pPr>
            <a:r>
              <a:rPr lang="en-US" sz="639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dari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3564000" cy="7560000"/>
          </a:xfrm>
          <a:custGeom>
            <a:avLst/>
            <a:gdLst/>
            <a:ahLst/>
            <a:cxnLst/>
            <a:rect l="l" t="t" r="r" b="b"/>
            <a:pathLst>
              <a:path w="3564000" h="7560000">
                <a:moveTo>
                  <a:pt x="0" y="0"/>
                </a:moveTo>
                <a:lnTo>
                  <a:pt x="3564000" y="0"/>
                </a:lnTo>
                <a:lnTo>
                  <a:pt x="3564000" y="7560000"/>
                </a:lnTo>
                <a:lnTo>
                  <a:pt x="0" y="7560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>
            <a:off x="78648" y="78621"/>
            <a:ext cx="654021" cy="335172"/>
          </a:xfrm>
          <a:custGeom>
            <a:avLst/>
            <a:gdLst/>
            <a:ahLst/>
            <a:cxnLst/>
            <a:rect l="l" t="t" r="r" b="b"/>
            <a:pathLst>
              <a:path w="654021" h="335172">
                <a:moveTo>
                  <a:pt x="0" y="0"/>
                </a:moveTo>
                <a:lnTo>
                  <a:pt x="654021" y="0"/>
                </a:lnTo>
                <a:lnTo>
                  <a:pt x="654021" y="335172"/>
                </a:lnTo>
                <a:lnTo>
                  <a:pt x="0" y="33517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TextBox 4"/>
          <p:cNvSpPr txBox="1"/>
          <p:nvPr/>
        </p:nvSpPr>
        <p:spPr>
          <a:xfrm>
            <a:off x="226233" y="148706"/>
            <a:ext cx="347838" cy="2086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03"/>
              </a:lnSpc>
            </a:pPr>
            <a:r>
              <a:rPr lang="en-US" sz="1336" b="1">
                <a:solidFill>
                  <a:srgbClr val="FFFFFF"/>
                </a:solidFill>
                <a:latin typeface="Oswald Bold"/>
                <a:ea typeface="Oswald Bold"/>
                <a:cs typeface="Oswald Bold"/>
                <a:sym typeface="Oswald Bold"/>
              </a:rPr>
              <a:t>5 / 6</a:t>
            </a:r>
          </a:p>
        </p:txBody>
      </p:sp>
      <p:sp>
        <p:nvSpPr>
          <p:cNvPr id="5" name="Freeform 5"/>
          <p:cNvSpPr/>
          <p:nvPr/>
        </p:nvSpPr>
        <p:spPr>
          <a:xfrm>
            <a:off x="645742" y="78621"/>
            <a:ext cx="409798" cy="335172"/>
          </a:xfrm>
          <a:custGeom>
            <a:avLst/>
            <a:gdLst/>
            <a:ahLst/>
            <a:cxnLst/>
            <a:rect l="l" t="t" r="r" b="b"/>
            <a:pathLst>
              <a:path w="409798" h="335172">
                <a:moveTo>
                  <a:pt x="0" y="0"/>
                </a:moveTo>
                <a:lnTo>
                  <a:pt x="409798" y="0"/>
                </a:lnTo>
                <a:lnTo>
                  <a:pt x="409798" y="335172"/>
                </a:lnTo>
                <a:lnTo>
                  <a:pt x="0" y="33517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6"/>
          <p:cNvSpPr/>
          <p:nvPr/>
        </p:nvSpPr>
        <p:spPr>
          <a:xfrm>
            <a:off x="1941366" y="78621"/>
            <a:ext cx="492585" cy="417931"/>
          </a:xfrm>
          <a:custGeom>
            <a:avLst/>
            <a:gdLst/>
            <a:ahLst/>
            <a:cxnLst/>
            <a:rect l="l" t="t" r="r" b="b"/>
            <a:pathLst>
              <a:path w="492585" h="417931">
                <a:moveTo>
                  <a:pt x="0" y="0"/>
                </a:moveTo>
                <a:lnTo>
                  <a:pt x="492585" y="0"/>
                </a:lnTo>
                <a:lnTo>
                  <a:pt x="492585" y="417931"/>
                </a:lnTo>
                <a:lnTo>
                  <a:pt x="0" y="41793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TextBox 7"/>
          <p:cNvSpPr txBox="1"/>
          <p:nvPr/>
        </p:nvSpPr>
        <p:spPr>
          <a:xfrm>
            <a:off x="2469917" y="161917"/>
            <a:ext cx="991710" cy="2655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34"/>
              </a:lnSpc>
            </a:pPr>
            <a:r>
              <a:rPr lang="en-US" sz="611" b="1">
                <a:solidFill>
                  <a:srgbClr val="123459"/>
                </a:solidFill>
                <a:latin typeface="Oswald Bold"/>
                <a:ea typeface="Oswald Bold"/>
                <a:cs typeface="Oswald Bold"/>
                <a:sym typeface="Oswald Bold"/>
              </a:rPr>
              <a:t>INFORMATIKA</a:t>
            </a:r>
          </a:p>
          <a:p>
            <a:pPr algn="l">
              <a:lnSpc>
                <a:spcPts val="734"/>
              </a:lnSpc>
            </a:pPr>
            <a:r>
              <a:rPr lang="en-US" sz="611" b="1">
                <a:solidFill>
                  <a:srgbClr val="606060"/>
                </a:solidFill>
                <a:latin typeface="Oswald Bold"/>
                <a:ea typeface="Oswald Bold"/>
                <a:cs typeface="Oswald Bold"/>
                <a:sym typeface="Oswald Bold"/>
              </a:rPr>
              <a:t>SMK KELAS X</a:t>
            </a:r>
          </a:p>
          <a:p>
            <a:pPr algn="l">
              <a:lnSpc>
                <a:spcPts val="734"/>
              </a:lnSpc>
            </a:pPr>
            <a:r>
              <a:rPr lang="en-US" sz="611" b="1">
                <a:solidFill>
                  <a:srgbClr val="606060"/>
                </a:solidFill>
                <a:latin typeface="Oswald Bold"/>
                <a:ea typeface="Oswald Bold"/>
                <a:cs typeface="Oswald Bold"/>
                <a:sym typeface="Oswald Bold"/>
              </a:rPr>
              <a:t>GEOLOGI DAN PERTAMBANGAN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19799" y="589745"/>
            <a:ext cx="3252634" cy="2802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46"/>
              </a:lnSpc>
            </a:pPr>
            <a:r>
              <a:rPr lang="en-US" sz="1871" b="1">
                <a:solidFill>
                  <a:srgbClr val="123459"/>
                </a:solidFill>
                <a:latin typeface="Oswald Bold"/>
                <a:ea typeface="Oswald Bold"/>
                <a:cs typeface="Oswald Bold"/>
                <a:sym typeface="Oswald Bold"/>
              </a:rPr>
              <a:t>COBA KITA PECAHKAN BERSAMA</a:t>
            </a:r>
          </a:p>
        </p:txBody>
      </p:sp>
      <p:sp>
        <p:nvSpPr>
          <p:cNvPr id="9" name="Freeform 9"/>
          <p:cNvSpPr/>
          <p:nvPr/>
        </p:nvSpPr>
        <p:spPr>
          <a:xfrm>
            <a:off x="0" y="1150345"/>
            <a:ext cx="1701282" cy="2631724"/>
          </a:xfrm>
          <a:custGeom>
            <a:avLst/>
            <a:gdLst/>
            <a:ahLst/>
            <a:cxnLst/>
            <a:rect l="l" t="t" r="r" b="b"/>
            <a:pathLst>
              <a:path w="1701282" h="2631724">
                <a:moveTo>
                  <a:pt x="0" y="0"/>
                </a:moveTo>
                <a:lnTo>
                  <a:pt x="1701282" y="0"/>
                </a:lnTo>
                <a:lnTo>
                  <a:pt x="1701282" y="2631724"/>
                </a:lnTo>
                <a:lnTo>
                  <a:pt x="0" y="263172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0" name="Freeform 10"/>
          <p:cNvSpPr/>
          <p:nvPr/>
        </p:nvSpPr>
        <p:spPr>
          <a:xfrm>
            <a:off x="645742" y="984828"/>
            <a:ext cx="488446" cy="331034"/>
          </a:xfrm>
          <a:custGeom>
            <a:avLst/>
            <a:gdLst/>
            <a:ahLst/>
            <a:cxnLst/>
            <a:rect l="l" t="t" r="r" b="b"/>
            <a:pathLst>
              <a:path w="488446" h="331034">
                <a:moveTo>
                  <a:pt x="0" y="0"/>
                </a:moveTo>
                <a:lnTo>
                  <a:pt x="488446" y="0"/>
                </a:lnTo>
                <a:lnTo>
                  <a:pt x="488446" y="331034"/>
                </a:lnTo>
                <a:lnTo>
                  <a:pt x="0" y="33103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1" name="Freeform 11"/>
          <p:cNvSpPr/>
          <p:nvPr/>
        </p:nvSpPr>
        <p:spPr>
          <a:xfrm>
            <a:off x="401519" y="1394483"/>
            <a:ext cx="654021" cy="662069"/>
          </a:xfrm>
          <a:custGeom>
            <a:avLst/>
            <a:gdLst/>
            <a:ahLst/>
            <a:cxnLst/>
            <a:rect l="l" t="t" r="r" b="b"/>
            <a:pathLst>
              <a:path w="654021" h="662069">
                <a:moveTo>
                  <a:pt x="0" y="0"/>
                </a:moveTo>
                <a:lnTo>
                  <a:pt x="654021" y="0"/>
                </a:lnTo>
                <a:lnTo>
                  <a:pt x="654021" y="662069"/>
                </a:lnTo>
                <a:lnTo>
                  <a:pt x="0" y="6620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2" name="Freeform 12"/>
          <p:cNvSpPr/>
          <p:nvPr/>
        </p:nvSpPr>
        <p:spPr>
          <a:xfrm>
            <a:off x="968613" y="1477241"/>
            <a:ext cx="331150" cy="496552"/>
          </a:xfrm>
          <a:custGeom>
            <a:avLst/>
            <a:gdLst/>
            <a:ahLst/>
            <a:cxnLst/>
            <a:rect l="l" t="t" r="r" b="b"/>
            <a:pathLst>
              <a:path w="331150" h="496552">
                <a:moveTo>
                  <a:pt x="0" y="0"/>
                </a:moveTo>
                <a:lnTo>
                  <a:pt x="331150" y="0"/>
                </a:lnTo>
                <a:lnTo>
                  <a:pt x="331150" y="496552"/>
                </a:lnTo>
                <a:lnTo>
                  <a:pt x="0" y="49655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3" name="TextBox 13"/>
          <p:cNvSpPr txBox="1"/>
          <p:nvPr/>
        </p:nvSpPr>
        <p:spPr>
          <a:xfrm>
            <a:off x="259563" y="2100417"/>
            <a:ext cx="1191322" cy="14179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2"/>
              </a:lnSpc>
            </a:pPr>
            <a:r>
              <a:rPr lang="en-US" sz="955" b="1">
                <a:solidFill>
                  <a:srgbClr val="101010"/>
                </a:solidFill>
                <a:latin typeface="Roboto Condensed Bold"/>
                <a:ea typeface="Roboto Condensed Bold"/>
                <a:cs typeface="Roboto Condensed Bold"/>
                <a:sym typeface="Roboto Condensed Bold"/>
              </a:rPr>
              <a:t>Kelas harus memeriksa 5 objek. Setiap objek diperiksa dan dicatat. Jika catatan belum lengkap, lengkapi terlebih dahulu.</a:t>
            </a:r>
          </a:p>
          <a:p>
            <a:pPr algn="l">
              <a:lnSpc>
                <a:spcPts val="1432"/>
              </a:lnSpc>
            </a:pPr>
            <a:r>
              <a:rPr lang="en-US" sz="955" b="1">
                <a:solidFill>
                  <a:srgbClr val="101010"/>
                </a:solidFill>
                <a:latin typeface="Roboto Condensed Bold"/>
                <a:ea typeface="Roboto Condensed Bold"/>
                <a:cs typeface="Roboto Condensed Bold"/>
                <a:sym typeface="Roboto Condensed Bold"/>
              </a:rPr>
              <a:t>Setelah 5 objek selesai, proses berakhir.</a:t>
            </a:r>
          </a:p>
        </p:txBody>
      </p:sp>
      <p:sp>
        <p:nvSpPr>
          <p:cNvPr id="14" name="Freeform 14"/>
          <p:cNvSpPr/>
          <p:nvPr/>
        </p:nvSpPr>
        <p:spPr>
          <a:xfrm>
            <a:off x="1779930" y="1067586"/>
            <a:ext cx="894105" cy="988966"/>
          </a:xfrm>
          <a:custGeom>
            <a:avLst/>
            <a:gdLst/>
            <a:ahLst/>
            <a:cxnLst/>
            <a:rect l="l" t="t" r="r" b="b"/>
            <a:pathLst>
              <a:path w="894105" h="988966">
                <a:moveTo>
                  <a:pt x="0" y="0"/>
                </a:moveTo>
                <a:lnTo>
                  <a:pt x="894105" y="0"/>
                </a:lnTo>
                <a:lnTo>
                  <a:pt x="894105" y="988966"/>
                </a:lnTo>
                <a:lnTo>
                  <a:pt x="0" y="988966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5" name="Freeform 15"/>
          <p:cNvSpPr/>
          <p:nvPr/>
        </p:nvSpPr>
        <p:spPr>
          <a:xfrm>
            <a:off x="1862718" y="1150345"/>
            <a:ext cx="244223" cy="331034"/>
          </a:xfrm>
          <a:custGeom>
            <a:avLst/>
            <a:gdLst/>
            <a:ahLst/>
            <a:cxnLst/>
            <a:rect l="l" t="t" r="r" b="b"/>
            <a:pathLst>
              <a:path w="244223" h="331034">
                <a:moveTo>
                  <a:pt x="0" y="0"/>
                </a:moveTo>
                <a:lnTo>
                  <a:pt x="244223" y="0"/>
                </a:lnTo>
                <a:lnTo>
                  <a:pt x="244223" y="331034"/>
                </a:lnTo>
                <a:lnTo>
                  <a:pt x="0" y="33103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6" name="TextBox 16"/>
          <p:cNvSpPr txBox="1"/>
          <p:nvPr/>
        </p:nvSpPr>
        <p:spPr>
          <a:xfrm>
            <a:off x="2121540" y="1242549"/>
            <a:ext cx="328595" cy="118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84"/>
              </a:lnSpc>
            </a:pPr>
            <a:r>
              <a:rPr lang="en-US" sz="820" b="1">
                <a:solidFill>
                  <a:srgbClr val="123459"/>
                </a:solidFill>
                <a:latin typeface="Oswald Bold"/>
                <a:ea typeface="Oswald Bold"/>
                <a:cs typeface="Oswald Bold"/>
                <a:sym typeface="Oswald Bold"/>
              </a:rPr>
              <a:t>TUJUAN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889388" y="1477665"/>
            <a:ext cx="572684" cy="2241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94"/>
              </a:lnSpc>
            </a:pPr>
            <a:r>
              <a:rPr lang="en-US" sz="639" b="1">
                <a:solidFill>
                  <a:srgbClr val="303030"/>
                </a:solidFill>
                <a:latin typeface="Roboto Bold"/>
                <a:ea typeface="Roboto Bold"/>
                <a:cs typeface="Roboto Bold"/>
                <a:sym typeface="Roboto Bold"/>
              </a:rPr>
              <a:t>Apa yang ingin dicapai?</a:t>
            </a:r>
          </a:p>
        </p:txBody>
      </p:sp>
      <p:sp>
        <p:nvSpPr>
          <p:cNvPr id="18" name="Freeform 18"/>
          <p:cNvSpPr/>
          <p:nvPr/>
        </p:nvSpPr>
        <p:spPr>
          <a:xfrm>
            <a:off x="2669895" y="1067586"/>
            <a:ext cx="815456" cy="988966"/>
          </a:xfrm>
          <a:custGeom>
            <a:avLst/>
            <a:gdLst/>
            <a:ahLst/>
            <a:cxnLst/>
            <a:rect l="l" t="t" r="r" b="b"/>
            <a:pathLst>
              <a:path w="815456" h="988966">
                <a:moveTo>
                  <a:pt x="0" y="0"/>
                </a:moveTo>
                <a:lnTo>
                  <a:pt x="815457" y="0"/>
                </a:lnTo>
                <a:lnTo>
                  <a:pt x="815457" y="988966"/>
                </a:lnTo>
                <a:lnTo>
                  <a:pt x="0" y="988966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9" name="Freeform 19"/>
          <p:cNvSpPr/>
          <p:nvPr/>
        </p:nvSpPr>
        <p:spPr>
          <a:xfrm>
            <a:off x="2752683" y="1150345"/>
            <a:ext cx="248362" cy="331034"/>
          </a:xfrm>
          <a:custGeom>
            <a:avLst/>
            <a:gdLst/>
            <a:ahLst/>
            <a:cxnLst/>
            <a:rect l="l" t="t" r="r" b="b"/>
            <a:pathLst>
              <a:path w="248362" h="331034">
                <a:moveTo>
                  <a:pt x="0" y="0"/>
                </a:moveTo>
                <a:lnTo>
                  <a:pt x="248362" y="0"/>
                </a:lnTo>
                <a:lnTo>
                  <a:pt x="248362" y="331034"/>
                </a:lnTo>
                <a:lnTo>
                  <a:pt x="0" y="331034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0" name="TextBox 20"/>
          <p:cNvSpPr txBox="1"/>
          <p:nvPr/>
        </p:nvSpPr>
        <p:spPr>
          <a:xfrm>
            <a:off x="3009717" y="1242549"/>
            <a:ext cx="262918" cy="118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84"/>
              </a:lnSpc>
            </a:pPr>
            <a:r>
              <a:rPr lang="en-US" sz="820" b="1">
                <a:solidFill>
                  <a:srgbClr val="D87F16"/>
                </a:solidFill>
                <a:latin typeface="Oswald Bold"/>
                <a:ea typeface="Oswald Bold"/>
                <a:cs typeface="Oswald Bold"/>
                <a:sym typeface="Oswald Bold"/>
              </a:rPr>
              <a:t>INPUT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2815126" y="1468331"/>
            <a:ext cx="405392" cy="2606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32"/>
              </a:lnSpc>
            </a:pPr>
            <a:r>
              <a:rPr lang="en-US" sz="737" b="1">
                <a:solidFill>
                  <a:srgbClr val="303030"/>
                </a:solidFill>
                <a:latin typeface="Roboto Bold"/>
                <a:ea typeface="Roboto Bold"/>
                <a:cs typeface="Roboto Bold"/>
                <a:sym typeface="Roboto Bold"/>
              </a:rPr>
              <a:t>Apa yang masuk?</a:t>
            </a:r>
          </a:p>
        </p:txBody>
      </p:sp>
      <p:sp>
        <p:nvSpPr>
          <p:cNvPr id="22" name="Freeform 22"/>
          <p:cNvSpPr/>
          <p:nvPr/>
        </p:nvSpPr>
        <p:spPr>
          <a:xfrm>
            <a:off x="1779930" y="2135172"/>
            <a:ext cx="894105" cy="906207"/>
          </a:xfrm>
          <a:custGeom>
            <a:avLst/>
            <a:gdLst/>
            <a:ahLst/>
            <a:cxnLst/>
            <a:rect l="l" t="t" r="r" b="b"/>
            <a:pathLst>
              <a:path w="894105" h="906207">
                <a:moveTo>
                  <a:pt x="0" y="0"/>
                </a:moveTo>
                <a:lnTo>
                  <a:pt x="894105" y="0"/>
                </a:lnTo>
                <a:lnTo>
                  <a:pt x="894105" y="906207"/>
                </a:lnTo>
                <a:lnTo>
                  <a:pt x="0" y="906207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3" name="Freeform 23"/>
          <p:cNvSpPr/>
          <p:nvPr/>
        </p:nvSpPr>
        <p:spPr>
          <a:xfrm>
            <a:off x="1862718" y="2135172"/>
            <a:ext cx="244223" cy="331034"/>
          </a:xfrm>
          <a:custGeom>
            <a:avLst/>
            <a:gdLst/>
            <a:ahLst/>
            <a:cxnLst/>
            <a:rect l="l" t="t" r="r" b="b"/>
            <a:pathLst>
              <a:path w="244223" h="331034">
                <a:moveTo>
                  <a:pt x="0" y="0"/>
                </a:moveTo>
                <a:lnTo>
                  <a:pt x="244223" y="0"/>
                </a:lnTo>
                <a:lnTo>
                  <a:pt x="244223" y="331035"/>
                </a:lnTo>
                <a:lnTo>
                  <a:pt x="0" y="33103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4" name="TextBox 24"/>
          <p:cNvSpPr txBox="1"/>
          <p:nvPr/>
        </p:nvSpPr>
        <p:spPr>
          <a:xfrm>
            <a:off x="2120780" y="2249415"/>
            <a:ext cx="404613" cy="118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84"/>
              </a:lnSpc>
            </a:pPr>
            <a:r>
              <a:rPr lang="en-US" sz="820" b="1">
                <a:solidFill>
                  <a:srgbClr val="123459"/>
                </a:solidFill>
                <a:latin typeface="Oswald Bold"/>
                <a:ea typeface="Oswald Bold"/>
                <a:cs typeface="Oswald Bold"/>
                <a:sym typeface="Oswald Bold"/>
              </a:rPr>
              <a:t>PROCESS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906083" y="2497327"/>
            <a:ext cx="469407" cy="2606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32"/>
              </a:lnSpc>
            </a:pPr>
            <a:r>
              <a:rPr lang="en-US" sz="737" b="1">
                <a:solidFill>
                  <a:srgbClr val="303030"/>
                </a:solidFill>
                <a:latin typeface="Roboto Bold"/>
                <a:ea typeface="Roboto Bold"/>
                <a:cs typeface="Roboto Bold"/>
                <a:sym typeface="Roboto Bold"/>
              </a:rPr>
              <a:t>Apa yang dilakukan?</a:t>
            </a:r>
          </a:p>
        </p:txBody>
      </p:sp>
      <p:sp>
        <p:nvSpPr>
          <p:cNvPr id="26" name="Freeform 26"/>
          <p:cNvSpPr/>
          <p:nvPr/>
        </p:nvSpPr>
        <p:spPr>
          <a:xfrm>
            <a:off x="2669895" y="2135172"/>
            <a:ext cx="815456" cy="906207"/>
          </a:xfrm>
          <a:custGeom>
            <a:avLst/>
            <a:gdLst/>
            <a:ahLst/>
            <a:cxnLst/>
            <a:rect l="l" t="t" r="r" b="b"/>
            <a:pathLst>
              <a:path w="815456" h="906207">
                <a:moveTo>
                  <a:pt x="0" y="0"/>
                </a:moveTo>
                <a:lnTo>
                  <a:pt x="815457" y="0"/>
                </a:lnTo>
                <a:lnTo>
                  <a:pt x="815457" y="906207"/>
                </a:lnTo>
                <a:lnTo>
                  <a:pt x="0" y="906207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7" name="Freeform 27"/>
          <p:cNvSpPr/>
          <p:nvPr/>
        </p:nvSpPr>
        <p:spPr>
          <a:xfrm>
            <a:off x="2752683" y="2135172"/>
            <a:ext cx="248362" cy="331034"/>
          </a:xfrm>
          <a:custGeom>
            <a:avLst/>
            <a:gdLst/>
            <a:ahLst/>
            <a:cxnLst/>
            <a:rect l="l" t="t" r="r" b="b"/>
            <a:pathLst>
              <a:path w="248362" h="331034">
                <a:moveTo>
                  <a:pt x="0" y="0"/>
                </a:moveTo>
                <a:lnTo>
                  <a:pt x="248362" y="0"/>
                </a:lnTo>
                <a:lnTo>
                  <a:pt x="248362" y="331035"/>
                </a:lnTo>
                <a:lnTo>
                  <a:pt x="0" y="331035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8" name="TextBox 28"/>
          <p:cNvSpPr txBox="1"/>
          <p:nvPr/>
        </p:nvSpPr>
        <p:spPr>
          <a:xfrm>
            <a:off x="3008231" y="2249415"/>
            <a:ext cx="411436" cy="118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84"/>
              </a:lnSpc>
            </a:pPr>
            <a:r>
              <a:rPr lang="en-US" sz="820" b="1">
                <a:solidFill>
                  <a:srgbClr val="F6C00F"/>
                </a:solidFill>
                <a:latin typeface="Oswald Bold"/>
                <a:ea typeface="Oswald Bold"/>
                <a:cs typeface="Oswald Bold"/>
                <a:sym typeface="Oswald Bold"/>
              </a:rPr>
              <a:t>DECISION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2793182" y="2497327"/>
            <a:ext cx="511500" cy="2606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32"/>
              </a:lnSpc>
            </a:pPr>
            <a:r>
              <a:rPr lang="en-US" sz="737" b="1">
                <a:solidFill>
                  <a:srgbClr val="303030"/>
                </a:solidFill>
                <a:latin typeface="Roboto Bold"/>
                <a:ea typeface="Roboto Bold"/>
                <a:cs typeface="Roboto Bold"/>
                <a:sym typeface="Roboto Bold"/>
              </a:rPr>
              <a:t>Apakah ada pilihan?</a:t>
            </a:r>
          </a:p>
        </p:txBody>
      </p:sp>
      <p:sp>
        <p:nvSpPr>
          <p:cNvPr id="30" name="Freeform 30"/>
          <p:cNvSpPr/>
          <p:nvPr/>
        </p:nvSpPr>
        <p:spPr>
          <a:xfrm>
            <a:off x="1779930" y="3037241"/>
            <a:ext cx="894105" cy="910345"/>
          </a:xfrm>
          <a:custGeom>
            <a:avLst/>
            <a:gdLst/>
            <a:ahLst/>
            <a:cxnLst/>
            <a:rect l="l" t="t" r="r" b="b"/>
            <a:pathLst>
              <a:path w="894105" h="910345">
                <a:moveTo>
                  <a:pt x="0" y="0"/>
                </a:moveTo>
                <a:lnTo>
                  <a:pt x="894105" y="0"/>
                </a:lnTo>
                <a:lnTo>
                  <a:pt x="894105" y="910345"/>
                </a:lnTo>
                <a:lnTo>
                  <a:pt x="0" y="910345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1" name="Freeform 31"/>
          <p:cNvSpPr/>
          <p:nvPr/>
        </p:nvSpPr>
        <p:spPr>
          <a:xfrm>
            <a:off x="1862718" y="3120000"/>
            <a:ext cx="244223" cy="335172"/>
          </a:xfrm>
          <a:custGeom>
            <a:avLst/>
            <a:gdLst/>
            <a:ahLst/>
            <a:cxnLst/>
            <a:rect l="l" t="t" r="r" b="b"/>
            <a:pathLst>
              <a:path w="244223" h="335172">
                <a:moveTo>
                  <a:pt x="0" y="0"/>
                </a:moveTo>
                <a:lnTo>
                  <a:pt x="244223" y="0"/>
                </a:lnTo>
                <a:lnTo>
                  <a:pt x="244223" y="335172"/>
                </a:lnTo>
                <a:lnTo>
                  <a:pt x="0" y="335172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2" name="TextBox 32"/>
          <p:cNvSpPr txBox="1"/>
          <p:nvPr/>
        </p:nvSpPr>
        <p:spPr>
          <a:xfrm>
            <a:off x="2122496" y="3234153"/>
            <a:ext cx="233065" cy="118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84"/>
              </a:lnSpc>
            </a:pPr>
            <a:r>
              <a:rPr lang="en-US" sz="820" b="1">
                <a:solidFill>
                  <a:srgbClr val="D87F16"/>
                </a:solidFill>
                <a:latin typeface="Oswald Bold"/>
                <a:ea typeface="Oswald Bold"/>
                <a:cs typeface="Oswald Bold"/>
                <a:sym typeface="Oswald Bold"/>
              </a:rPr>
              <a:t>LOOP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889001" y="3459936"/>
            <a:ext cx="611466" cy="2606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32"/>
              </a:lnSpc>
            </a:pPr>
            <a:r>
              <a:rPr lang="en-US" sz="737" b="1">
                <a:solidFill>
                  <a:srgbClr val="303030"/>
                </a:solidFill>
                <a:latin typeface="Roboto Bold"/>
                <a:ea typeface="Roboto Bold"/>
                <a:cs typeface="Roboto Bold"/>
                <a:sym typeface="Roboto Bold"/>
              </a:rPr>
              <a:t>Apakah ada pengulangan?</a:t>
            </a:r>
          </a:p>
        </p:txBody>
      </p:sp>
      <p:sp>
        <p:nvSpPr>
          <p:cNvPr id="34" name="Freeform 34"/>
          <p:cNvSpPr/>
          <p:nvPr/>
        </p:nvSpPr>
        <p:spPr>
          <a:xfrm>
            <a:off x="2669895" y="3037241"/>
            <a:ext cx="815456" cy="910345"/>
          </a:xfrm>
          <a:custGeom>
            <a:avLst/>
            <a:gdLst/>
            <a:ahLst/>
            <a:cxnLst/>
            <a:rect l="l" t="t" r="r" b="b"/>
            <a:pathLst>
              <a:path w="815456" h="910345">
                <a:moveTo>
                  <a:pt x="0" y="0"/>
                </a:moveTo>
                <a:lnTo>
                  <a:pt x="815457" y="0"/>
                </a:lnTo>
                <a:lnTo>
                  <a:pt x="815457" y="910345"/>
                </a:lnTo>
                <a:lnTo>
                  <a:pt x="0" y="910345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5" name="Freeform 35"/>
          <p:cNvSpPr/>
          <p:nvPr/>
        </p:nvSpPr>
        <p:spPr>
          <a:xfrm>
            <a:off x="2752683" y="3120000"/>
            <a:ext cx="248362" cy="335172"/>
          </a:xfrm>
          <a:custGeom>
            <a:avLst/>
            <a:gdLst/>
            <a:ahLst/>
            <a:cxnLst/>
            <a:rect l="l" t="t" r="r" b="b"/>
            <a:pathLst>
              <a:path w="248362" h="335172">
                <a:moveTo>
                  <a:pt x="0" y="0"/>
                </a:moveTo>
                <a:lnTo>
                  <a:pt x="248362" y="0"/>
                </a:lnTo>
                <a:lnTo>
                  <a:pt x="248362" y="335172"/>
                </a:lnTo>
                <a:lnTo>
                  <a:pt x="0" y="335172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6" name="TextBox 36"/>
          <p:cNvSpPr txBox="1"/>
          <p:nvPr/>
        </p:nvSpPr>
        <p:spPr>
          <a:xfrm>
            <a:off x="3008909" y="3234153"/>
            <a:ext cx="343628" cy="118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84"/>
              </a:lnSpc>
            </a:pPr>
            <a:r>
              <a:rPr lang="en-US" sz="820" b="1">
                <a:solidFill>
                  <a:srgbClr val="123459"/>
                </a:solidFill>
                <a:latin typeface="Oswald Bold"/>
                <a:ea typeface="Oswald Bold"/>
                <a:cs typeface="Oswald Bold"/>
                <a:sym typeface="Oswald Bold"/>
              </a:rPr>
              <a:t>OUTPUT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2814966" y="3459936"/>
            <a:ext cx="421408" cy="2606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32"/>
              </a:lnSpc>
            </a:pPr>
            <a:r>
              <a:rPr lang="en-US" sz="737" b="1">
                <a:solidFill>
                  <a:srgbClr val="303030"/>
                </a:solidFill>
                <a:latin typeface="Roboto Bold"/>
                <a:ea typeface="Roboto Bold"/>
                <a:cs typeface="Roboto Bold"/>
                <a:sym typeface="Roboto Bold"/>
              </a:rPr>
              <a:t>Apa hasil akhirnya?</a:t>
            </a:r>
          </a:p>
        </p:txBody>
      </p:sp>
      <p:sp>
        <p:nvSpPr>
          <p:cNvPr id="38" name="Freeform 38"/>
          <p:cNvSpPr/>
          <p:nvPr/>
        </p:nvSpPr>
        <p:spPr>
          <a:xfrm>
            <a:off x="0" y="4026207"/>
            <a:ext cx="3485352" cy="3372414"/>
          </a:xfrm>
          <a:custGeom>
            <a:avLst/>
            <a:gdLst/>
            <a:ahLst/>
            <a:cxnLst/>
            <a:rect l="l" t="t" r="r" b="b"/>
            <a:pathLst>
              <a:path w="3485352" h="3372414">
                <a:moveTo>
                  <a:pt x="0" y="0"/>
                </a:moveTo>
                <a:lnTo>
                  <a:pt x="3485352" y="0"/>
                </a:lnTo>
                <a:lnTo>
                  <a:pt x="3485352" y="3372414"/>
                </a:lnTo>
                <a:lnTo>
                  <a:pt x="0" y="3372414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9" name="Freeform 39"/>
          <p:cNvSpPr/>
          <p:nvPr/>
        </p:nvSpPr>
        <p:spPr>
          <a:xfrm>
            <a:off x="1295624" y="4187586"/>
            <a:ext cx="972753" cy="417931"/>
          </a:xfrm>
          <a:custGeom>
            <a:avLst/>
            <a:gdLst/>
            <a:ahLst/>
            <a:cxnLst/>
            <a:rect l="l" t="t" r="r" b="b"/>
            <a:pathLst>
              <a:path w="972753" h="417931">
                <a:moveTo>
                  <a:pt x="0" y="0"/>
                </a:moveTo>
                <a:lnTo>
                  <a:pt x="972752" y="0"/>
                </a:lnTo>
                <a:lnTo>
                  <a:pt x="972752" y="417931"/>
                </a:lnTo>
                <a:lnTo>
                  <a:pt x="0" y="417931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0" name="Freeform 40"/>
          <p:cNvSpPr/>
          <p:nvPr/>
        </p:nvSpPr>
        <p:spPr>
          <a:xfrm>
            <a:off x="1051401" y="4680000"/>
            <a:ext cx="1382551" cy="500690"/>
          </a:xfrm>
          <a:custGeom>
            <a:avLst/>
            <a:gdLst/>
            <a:ahLst/>
            <a:cxnLst/>
            <a:rect l="l" t="t" r="r" b="b"/>
            <a:pathLst>
              <a:path w="1382551" h="500690">
                <a:moveTo>
                  <a:pt x="0" y="0"/>
                </a:moveTo>
                <a:lnTo>
                  <a:pt x="1382550" y="0"/>
                </a:lnTo>
                <a:lnTo>
                  <a:pt x="1382550" y="500690"/>
                </a:lnTo>
                <a:lnTo>
                  <a:pt x="0" y="500690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1" name="Freeform 41"/>
          <p:cNvSpPr/>
          <p:nvPr/>
        </p:nvSpPr>
        <p:spPr>
          <a:xfrm>
            <a:off x="1130049" y="5176552"/>
            <a:ext cx="1221115" cy="657931"/>
          </a:xfrm>
          <a:custGeom>
            <a:avLst/>
            <a:gdLst/>
            <a:ahLst/>
            <a:cxnLst/>
            <a:rect l="l" t="t" r="r" b="b"/>
            <a:pathLst>
              <a:path w="1221115" h="657931">
                <a:moveTo>
                  <a:pt x="0" y="0"/>
                </a:moveTo>
                <a:lnTo>
                  <a:pt x="1221115" y="0"/>
                </a:lnTo>
                <a:lnTo>
                  <a:pt x="1221115" y="657931"/>
                </a:lnTo>
                <a:lnTo>
                  <a:pt x="0" y="657931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2" name="Freeform 42"/>
          <p:cNvSpPr/>
          <p:nvPr/>
        </p:nvSpPr>
        <p:spPr>
          <a:xfrm>
            <a:off x="240084" y="5751724"/>
            <a:ext cx="1138328" cy="413793"/>
          </a:xfrm>
          <a:custGeom>
            <a:avLst/>
            <a:gdLst/>
            <a:ahLst/>
            <a:cxnLst/>
            <a:rect l="l" t="t" r="r" b="b"/>
            <a:pathLst>
              <a:path w="1138328" h="413793">
                <a:moveTo>
                  <a:pt x="0" y="0"/>
                </a:moveTo>
                <a:lnTo>
                  <a:pt x="1138327" y="0"/>
                </a:lnTo>
                <a:lnTo>
                  <a:pt x="1138327" y="413793"/>
                </a:lnTo>
                <a:lnTo>
                  <a:pt x="0" y="413793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3" name="Freeform 43"/>
          <p:cNvSpPr/>
          <p:nvPr/>
        </p:nvSpPr>
        <p:spPr>
          <a:xfrm>
            <a:off x="2185589" y="5751724"/>
            <a:ext cx="1055540" cy="413793"/>
          </a:xfrm>
          <a:custGeom>
            <a:avLst/>
            <a:gdLst/>
            <a:ahLst/>
            <a:cxnLst/>
            <a:rect l="l" t="t" r="r" b="b"/>
            <a:pathLst>
              <a:path w="1055540" h="413793">
                <a:moveTo>
                  <a:pt x="0" y="0"/>
                </a:moveTo>
                <a:lnTo>
                  <a:pt x="1055540" y="0"/>
                </a:lnTo>
                <a:lnTo>
                  <a:pt x="1055540" y="413793"/>
                </a:lnTo>
                <a:lnTo>
                  <a:pt x="0" y="413793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4" name="Freeform 44"/>
          <p:cNvSpPr/>
          <p:nvPr/>
        </p:nvSpPr>
        <p:spPr>
          <a:xfrm>
            <a:off x="1051401" y="6244138"/>
            <a:ext cx="1382551" cy="496552"/>
          </a:xfrm>
          <a:custGeom>
            <a:avLst/>
            <a:gdLst/>
            <a:ahLst/>
            <a:cxnLst/>
            <a:rect l="l" t="t" r="r" b="b"/>
            <a:pathLst>
              <a:path w="1382551" h="496552">
                <a:moveTo>
                  <a:pt x="0" y="0"/>
                </a:moveTo>
                <a:lnTo>
                  <a:pt x="1382550" y="0"/>
                </a:lnTo>
                <a:lnTo>
                  <a:pt x="1382550" y="496552"/>
                </a:lnTo>
                <a:lnTo>
                  <a:pt x="0" y="496552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5" name="Freeform 45"/>
          <p:cNvSpPr/>
          <p:nvPr/>
        </p:nvSpPr>
        <p:spPr>
          <a:xfrm>
            <a:off x="1295624" y="6819310"/>
            <a:ext cx="972753" cy="496552"/>
          </a:xfrm>
          <a:custGeom>
            <a:avLst/>
            <a:gdLst/>
            <a:ahLst/>
            <a:cxnLst/>
            <a:rect l="l" t="t" r="r" b="b"/>
            <a:pathLst>
              <a:path w="972753" h="496552">
                <a:moveTo>
                  <a:pt x="0" y="0"/>
                </a:moveTo>
                <a:lnTo>
                  <a:pt x="972752" y="0"/>
                </a:lnTo>
                <a:lnTo>
                  <a:pt x="972752" y="496552"/>
                </a:lnTo>
                <a:lnTo>
                  <a:pt x="0" y="496552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6" name="Freeform 46"/>
          <p:cNvSpPr/>
          <p:nvPr/>
        </p:nvSpPr>
        <p:spPr>
          <a:xfrm>
            <a:off x="78648" y="6653793"/>
            <a:ext cx="815456" cy="662069"/>
          </a:xfrm>
          <a:custGeom>
            <a:avLst/>
            <a:gdLst/>
            <a:ahLst/>
            <a:cxnLst/>
            <a:rect l="l" t="t" r="r" b="b"/>
            <a:pathLst>
              <a:path w="815456" h="662069">
                <a:moveTo>
                  <a:pt x="0" y="0"/>
                </a:moveTo>
                <a:lnTo>
                  <a:pt x="815457" y="0"/>
                </a:lnTo>
                <a:lnTo>
                  <a:pt x="815457" y="662069"/>
                </a:lnTo>
                <a:lnTo>
                  <a:pt x="0" y="662069"/>
                </a:lnTo>
                <a:lnTo>
                  <a:pt x="0" y="0"/>
                </a:lnTo>
                <a:close/>
              </a:path>
            </a:pathLst>
          </a:custGeom>
          <a:blipFill>
            <a:blip r:embed="rId30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7" name="Freeform 47"/>
          <p:cNvSpPr/>
          <p:nvPr/>
        </p:nvSpPr>
        <p:spPr>
          <a:xfrm>
            <a:off x="2591247" y="4104828"/>
            <a:ext cx="811317" cy="86897"/>
          </a:xfrm>
          <a:custGeom>
            <a:avLst/>
            <a:gdLst/>
            <a:ahLst/>
            <a:cxnLst/>
            <a:rect l="l" t="t" r="r" b="b"/>
            <a:pathLst>
              <a:path w="811317" h="86897">
                <a:moveTo>
                  <a:pt x="0" y="0"/>
                </a:moveTo>
                <a:lnTo>
                  <a:pt x="811317" y="0"/>
                </a:lnTo>
                <a:lnTo>
                  <a:pt x="811317" y="86896"/>
                </a:lnTo>
                <a:lnTo>
                  <a:pt x="0" y="86896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/>
          <p:cNvSpPr/>
          <p:nvPr/>
        </p:nvSpPr>
        <p:spPr>
          <a:xfrm>
            <a:off x="78648" y="78621"/>
            <a:ext cx="571233" cy="662069"/>
          </a:xfrm>
          <a:custGeom>
            <a:avLst/>
            <a:gdLst/>
            <a:ahLst/>
            <a:cxnLst/>
            <a:rect l="l" t="t" r="r" b="b"/>
            <a:pathLst>
              <a:path w="571233" h="662069">
                <a:moveTo>
                  <a:pt x="0" y="0"/>
                </a:moveTo>
                <a:lnTo>
                  <a:pt x="571234" y="0"/>
                </a:lnTo>
                <a:lnTo>
                  <a:pt x="571234" y="662069"/>
                </a:lnTo>
                <a:lnTo>
                  <a:pt x="0" y="66206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TextBox 4"/>
          <p:cNvSpPr txBox="1"/>
          <p:nvPr/>
        </p:nvSpPr>
        <p:spPr>
          <a:xfrm>
            <a:off x="161238" y="253087"/>
            <a:ext cx="350264" cy="264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51"/>
              </a:lnSpc>
            </a:pPr>
            <a:r>
              <a:rPr lang="en-US" sz="1951" b="1" spc="-19">
                <a:solidFill>
                  <a:srgbClr val="FFFFFF"/>
                </a:solidFill>
                <a:latin typeface="Barlow SemiCondensed Bold"/>
                <a:ea typeface="Barlow SemiCondensed Bold"/>
                <a:cs typeface="Barlow SemiCondensed Bold"/>
                <a:sym typeface="Barlow SemiCondensed Bold"/>
              </a:rPr>
              <a:t>6/6</a:t>
            </a:r>
          </a:p>
        </p:txBody>
      </p:sp>
      <p:sp>
        <p:nvSpPr>
          <p:cNvPr id="5" name="Freeform 5"/>
          <p:cNvSpPr/>
          <p:nvPr/>
        </p:nvSpPr>
        <p:spPr>
          <a:xfrm>
            <a:off x="2914118" y="78621"/>
            <a:ext cx="571233" cy="579310"/>
          </a:xfrm>
          <a:custGeom>
            <a:avLst/>
            <a:gdLst/>
            <a:ahLst/>
            <a:cxnLst/>
            <a:rect l="l" t="t" r="r" b="b"/>
            <a:pathLst>
              <a:path w="571233" h="579310">
                <a:moveTo>
                  <a:pt x="0" y="0"/>
                </a:moveTo>
                <a:lnTo>
                  <a:pt x="571234" y="0"/>
                </a:lnTo>
                <a:lnTo>
                  <a:pt x="571234" y="579310"/>
                </a:lnTo>
                <a:lnTo>
                  <a:pt x="0" y="5793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TextBox 6"/>
          <p:cNvSpPr txBox="1"/>
          <p:nvPr/>
        </p:nvSpPr>
        <p:spPr>
          <a:xfrm>
            <a:off x="649974" y="215663"/>
            <a:ext cx="2203562" cy="8525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89"/>
              </a:lnSpc>
            </a:pPr>
            <a:r>
              <a:rPr lang="en-US" sz="3289" b="1" spc="-32">
                <a:solidFill>
                  <a:srgbClr val="08285B"/>
                </a:solidFill>
                <a:latin typeface="Barlow SemiCondensed Bold"/>
                <a:ea typeface="Barlow SemiCondensed Bold"/>
                <a:cs typeface="Barlow SemiCondensed Bold"/>
                <a:sym typeface="Barlow SemiCondensed Bold"/>
              </a:rPr>
              <a:t>Sekarang</a:t>
            </a:r>
          </a:p>
          <a:p>
            <a:pPr algn="ctr">
              <a:lnSpc>
                <a:spcPts val="3289"/>
              </a:lnSpc>
            </a:pPr>
            <a:r>
              <a:rPr lang="en-US" sz="3289" b="1" spc="-32">
                <a:solidFill>
                  <a:srgbClr val="08285B"/>
                </a:solidFill>
                <a:latin typeface="Barlow SemiCondensed Bold"/>
                <a:ea typeface="Barlow SemiCondensed Bold"/>
                <a:cs typeface="Barlow SemiCondensed Bold"/>
                <a:sym typeface="Barlow SemiCondensed Bold"/>
              </a:rPr>
              <a:t>Giliran Kalian</a:t>
            </a:r>
          </a:p>
        </p:txBody>
      </p:sp>
      <p:sp>
        <p:nvSpPr>
          <p:cNvPr id="7" name="Freeform 7"/>
          <p:cNvSpPr/>
          <p:nvPr/>
        </p:nvSpPr>
        <p:spPr>
          <a:xfrm>
            <a:off x="728530" y="1067586"/>
            <a:ext cx="2028293" cy="165517"/>
          </a:xfrm>
          <a:custGeom>
            <a:avLst/>
            <a:gdLst/>
            <a:ahLst/>
            <a:cxnLst/>
            <a:rect l="l" t="t" r="r" b="b"/>
            <a:pathLst>
              <a:path w="2028293" h="165517">
                <a:moveTo>
                  <a:pt x="0" y="0"/>
                </a:moveTo>
                <a:lnTo>
                  <a:pt x="2028292" y="0"/>
                </a:lnTo>
                <a:lnTo>
                  <a:pt x="2028292" y="165517"/>
                </a:lnTo>
                <a:lnTo>
                  <a:pt x="0" y="16551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Freeform 8"/>
          <p:cNvSpPr/>
          <p:nvPr/>
        </p:nvSpPr>
        <p:spPr>
          <a:xfrm>
            <a:off x="78648" y="1228966"/>
            <a:ext cx="815456" cy="993103"/>
          </a:xfrm>
          <a:custGeom>
            <a:avLst/>
            <a:gdLst/>
            <a:ahLst/>
            <a:cxnLst/>
            <a:rect l="l" t="t" r="r" b="b"/>
            <a:pathLst>
              <a:path w="815456" h="993103">
                <a:moveTo>
                  <a:pt x="0" y="0"/>
                </a:moveTo>
                <a:lnTo>
                  <a:pt x="815457" y="0"/>
                </a:lnTo>
                <a:lnTo>
                  <a:pt x="815457" y="993103"/>
                </a:lnTo>
                <a:lnTo>
                  <a:pt x="0" y="99310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9" name="Freeform 9"/>
          <p:cNvSpPr/>
          <p:nvPr/>
        </p:nvSpPr>
        <p:spPr>
          <a:xfrm>
            <a:off x="240084" y="1394483"/>
            <a:ext cx="409798" cy="496552"/>
          </a:xfrm>
          <a:custGeom>
            <a:avLst/>
            <a:gdLst/>
            <a:ahLst/>
            <a:cxnLst/>
            <a:rect l="l" t="t" r="r" b="b"/>
            <a:pathLst>
              <a:path w="409798" h="496552">
                <a:moveTo>
                  <a:pt x="0" y="0"/>
                </a:moveTo>
                <a:lnTo>
                  <a:pt x="409798" y="0"/>
                </a:lnTo>
                <a:lnTo>
                  <a:pt x="409798" y="496551"/>
                </a:lnTo>
                <a:lnTo>
                  <a:pt x="0" y="49655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0" name="TextBox 10"/>
          <p:cNvSpPr txBox="1"/>
          <p:nvPr/>
        </p:nvSpPr>
        <p:spPr>
          <a:xfrm>
            <a:off x="131604" y="1936688"/>
            <a:ext cx="644881" cy="1324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27"/>
              </a:lnSpc>
            </a:pPr>
            <a:r>
              <a:rPr lang="en-US" sz="1027" b="1" spc="-20">
                <a:solidFill>
                  <a:srgbClr val="101010"/>
                </a:solidFill>
                <a:latin typeface="Barlow SemiCondensed Bold"/>
                <a:ea typeface="Barlow SemiCondensed Bold"/>
                <a:cs typeface="Barlow SemiCondensed Bold"/>
                <a:sym typeface="Barlow SemiCondensed Bold"/>
              </a:rPr>
              <a:t>PILIH KASUS</a:t>
            </a:r>
          </a:p>
        </p:txBody>
      </p:sp>
      <p:sp>
        <p:nvSpPr>
          <p:cNvPr id="11" name="Freeform 11"/>
          <p:cNvSpPr/>
          <p:nvPr/>
        </p:nvSpPr>
        <p:spPr>
          <a:xfrm>
            <a:off x="728530" y="1560000"/>
            <a:ext cx="244223" cy="248276"/>
          </a:xfrm>
          <a:custGeom>
            <a:avLst/>
            <a:gdLst/>
            <a:ahLst/>
            <a:cxnLst/>
            <a:rect l="l" t="t" r="r" b="b"/>
            <a:pathLst>
              <a:path w="244223" h="248276">
                <a:moveTo>
                  <a:pt x="0" y="0"/>
                </a:moveTo>
                <a:lnTo>
                  <a:pt x="244223" y="0"/>
                </a:lnTo>
                <a:lnTo>
                  <a:pt x="244223" y="248276"/>
                </a:lnTo>
                <a:lnTo>
                  <a:pt x="0" y="24827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2" name="Freeform 12"/>
          <p:cNvSpPr/>
          <p:nvPr/>
        </p:nvSpPr>
        <p:spPr>
          <a:xfrm>
            <a:off x="889965" y="1228966"/>
            <a:ext cx="811317" cy="993103"/>
          </a:xfrm>
          <a:custGeom>
            <a:avLst/>
            <a:gdLst/>
            <a:ahLst/>
            <a:cxnLst/>
            <a:rect l="l" t="t" r="r" b="b"/>
            <a:pathLst>
              <a:path w="811317" h="993103">
                <a:moveTo>
                  <a:pt x="0" y="0"/>
                </a:moveTo>
                <a:lnTo>
                  <a:pt x="811317" y="0"/>
                </a:lnTo>
                <a:lnTo>
                  <a:pt x="811317" y="993103"/>
                </a:lnTo>
                <a:lnTo>
                  <a:pt x="0" y="99310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3" name="Freeform 13"/>
          <p:cNvSpPr/>
          <p:nvPr/>
        </p:nvSpPr>
        <p:spPr>
          <a:xfrm>
            <a:off x="1130049" y="1394483"/>
            <a:ext cx="331150" cy="496552"/>
          </a:xfrm>
          <a:custGeom>
            <a:avLst/>
            <a:gdLst/>
            <a:ahLst/>
            <a:cxnLst/>
            <a:rect l="l" t="t" r="r" b="b"/>
            <a:pathLst>
              <a:path w="331150" h="496552">
                <a:moveTo>
                  <a:pt x="0" y="0"/>
                </a:moveTo>
                <a:lnTo>
                  <a:pt x="331150" y="0"/>
                </a:lnTo>
                <a:lnTo>
                  <a:pt x="331150" y="496551"/>
                </a:lnTo>
                <a:lnTo>
                  <a:pt x="0" y="49655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TextBox 14"/>
          <p:cNvSpPr txBox="1"/>
          <p:nvPr/>
        </p:nvSpPr>
        <p:spPr>
          <a:xfrm>
            <a:off x="1118793" y="1925624"/>
            <a:ext cx="403777" cy="1324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27"/>
              </a:lnSpc>
            </a:pPr>
            <a:r>
              <a:rPr lang="en-US" sz="1027" b="1" spc="-20">
                <a:solidFill>
                  <a:srgbClr val="101010"/>
                </a:solidFill>
                <a:latin typeface="Barlow SemiCondensed Bold"/>
                <a:ea typeface="Barlow SemiCondensed Bold"/>
                <a:cs typeface="Barlow SemiCondensed Bold"/>
                <a:sym typeface="Barlow SemiCondensed Bold"/>
              </a:rPr>
              <a:t>PAHAMI</a:t>
            </a:r>
          </a:p>
        </p:txBody>
      </p:sp>
      <p:sp>
        <p:nvSpPr>
          <p:cNvPr id="15" name="Freeform 15"/>
          <p:cNvSpPr/>
          <p:nvPr/>
        </p:nvSpPr>
        <p:spPr>
          <a:xfrm>
            <a:off x="1618495" y="1560000"/>
            <a:ext cx="248362" cy="248276"/>
          </a:xfrm>
          <a:custGeom>
            <a:avLst/>
            <a:gdLst/>
            <a:ahLst/>
            <a:cxnLst/>
            <a:rect l="l" t="t" r="r" b="b"/>
            <a:pathLst>
              <a:path w="248362" h="248276">
                <a:moveTo>
                  <a:pt x="0" y="0"/>
                </a:moveTo>
                <a:lnTo>
                  <a:pt x="248362" y="0"/>
                </a:lnTo>
                <a:lnTo>
                  <a:pt x="248362" y="248276"/>
                </a:lnTo>
                <a:lnTo>
                  <a:pt x="0" y="248276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6" name="Freeform 16"/>
          <p:cNvSpPr/>
          <p:nvPr/>
        </p:nvSpPr>
        <p:spPr>
          <a:xfrm>
            <a:off x="1779930" y="1228966"/>
            <a:ext cx="815456" cy="993103"/>
          </a:xfrm>
          <a:custGeom>
            <a:avLst/>
            <a:gdLst/>
            <a:ahLst/>
            <a:cxnLst/>
            <a:rect l="l" t="t" r="r" b="b"/>
            <a:pathLst>
              <a:path w="815456" h="993103">
                <a:moveTo>
                  <a:pt x="0" y="0"/>
                </a:moveTo>
                <a:lnTo>
                  <a:pt x="815457" y="0"/>
                </a:lnTo>
                <a:lnTo>
                  <a:pt x="815457" y="993103"/>
                </a:lnTo>
                <a:lnTo>
                  <a:pt x="0" y="993103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7" name="Freeform 17"/>
          <p:cNvSpPr/>
          <p:nvPr/>
        </p:nvSpPr>
        <p:spPr>
          <a:xfrm>
            <a:off x="1941366" y="1394483"/>
            <a:ext cx="492585" cy="496552"/>
          </a:xfrm>
          <a:custGeom>
            <a:avLst/>
            <a:gdLst/>
            <a:ahLst/>
            <a:cxnLst/>
            <a:rect l="l" t="t" r="r" b="b"/>
            <a:pathLst>
              <a:path w="492585" h="496552">
                <a:moveTo>
                  <a:pt x="0" y="0"/>
                </a:moveTo>
                <a:lnTo>
                  <a:pt x="492585" y="0"/>
                </a:lnTo>
                <a:lnTo>
                  <a:pt x="492585" y="496551"/>
                </a:lnTo>
                <a:lnTo>
                  <a:pt x="0" y="496551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8" name="TextBox 18"/>
          <p:cNvSpPr txBox="1"/>
          <p:nvPr/>
        </p:nvSpPr>
        <p:spPr>
          <a:xfrm>
            <a:off x="1928056" y="1925624"/>
            <a:ext cx="487199" cy="1324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27"/>
              </a:lnSpc>
            </a:pPr>
            <a:r>
              <a:rPr lang="en-US" sz="1027" b="1" spc="-20">
                <a:solidFill>
                  <a:srgbClr val="101010"/>
                </a:solidFill>
                <a:latin typeface="Barlow SemiCondensed Bold"/>
                <a:ea typeface="Barlow SemiCondensed Bold"/>
                <a:cs typeface="Barlow SemiCondensed Bold"/>
                <a:sym typeface="Barlow SemiCondensed Bold"/>
              </a:rPr>
              <a:t>ANALISIS</a:t>
            </a:r>
          </a:p>
        </p:txBody>
      </p:sp>
      <p:sp>
        <p:nvSpPr>
          <p:cNvPr id="19" name="Freeform 19"/>
          <p:cNvSpPr/>
          <p:nvPr/>
        </p:nvSpPr>
        <p:spPr>
          <a:xfrm>
            <a:off x="2508460" y="1560000"/>
            <a:ext cx="248362" cy="248276"/>
          </a:xfrm>
          <a:custGeom>
            <a:avLst/>
            <a:gdLst/>
            <a:ahLst/>
            <a:cxnLst/>
            <a:rect l="l" t="t" r="r" b="b"/>
            <a:pathLst>
              <a:path w="248362" h="248276">
                <a:moveTo>
                  <a:pt x="0" y="0"/>
                </a:moveTo>
                <a:lnTo>
                  <a:pt x="248362" y="0"/>
                </a:lnTo>
                <a:lnTo>
                  <a:pt x="248362" y="248276"/>
                </a:lnTo>
                <a:lnTo>
                  <a:pt x="0" y="248276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0" name="Freeform 20"/>
          <p:cNvSpPr/>
          <p:nvPr/>
        </p:nvSpPr>
        <p:spPr>
          <a:xfrm>
            <a:off x="2669895" y="1228966"/>
            <a:ext cx="732669" cy="993103"/>
          </a:xfrm>
          <a:custGeom>
            <a:avLst/>
            <a:gdLst/>
            <a:ahLst/>
            <a:cxnLst/>
            <a:rect l="l" t="t" r="r" b="b"/>
            <a:pathLst>
              <a:path w="732669" h="993103">
                <a:moveTo>
                  <a:pt x="0" y="0"/>
                </a:moveTo>
                <a:lnTo>
                  <a:pt x="732669" y="0"/>
                </a:lnTo>
                <a:lnTo>
                  <a:pt x="732669" y="993103"/>
                </a:lnTo>
                <a:lnTo>
                  <a:pt x="0" y="993103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1" name="Freeform 21"/>
          <p:cNvSpPr/>
          <p:nvPr/>
        </p:nvSpPr>
        <p:spPr>
          <a:xfrm>
            <a:off x="2752683" y="1394483"/>
            <a:ext cx="488446" cy="496552"/>
          </a:xfrm>
          <a:custGeom>
            <a:avLst/>
            <a:gdLst/>
            <a:ahLst/>
            <a:cxnLst/>
            <a:rect l="l" t="t" r="r" b="b"/>
            <a:pathLst>
              <a:path w="488446" h="496552">
                <a:moveTo>
                  <a:pt x="0" y="0"/>
                </a:moveTo>
                <a:lnTo>
                  <a:pt x="488446" y="0"/>
                </a:lnTo>
                <a:lnTo>
                  <a:pt x="488446" y="496551"/>
                </a:lnTo>
                <a:lnTo>
                  <a:pt x="0" y="496551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2" name="TextBox 22"/>
          <p:cNvSpPr txBox="1"/>
          <p:nvPr/>
        </p:nvSpPr>
        <p:spPr>
          <a:xfrm>
            <a:off x="2937455" y="1925624"/>
            <a:ext cx="170351" cy="1324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27"/>
              </a:lnSpc>
            </a:pPr>
            <a:r>
              <a:rPr lang="en-US" sz="1027" b="1" spc="-20">
                <a:solidFill>
                  <a:srgbClr val="101010"/>
                </a:solidFill>
                <a:latin typeface="Barlow SemiCondensed Bold"/>
                <a:ea typeface="Barlow SemiCondensed Bold"/>
                <a:cs typeface="Barlow SemiCondensed Bold"/>
                <a:sym typeface="Barlow SemiCondensed Bold"/>
              </a:rPr>
              <a:t>IPO</a:t>
            </a:r>
          </a:p>
        </p:txBody>
      </p:sp>
      <p:sp>
        <p:nvSpPr>
          <p:cNvPr id="23" name="Freeform 23"/>
          <p:cNvSpPr/>
          <p:nvPr/>
        </p:nvSpPr>
        <p:spPr>
          <a:xfrm>
            <a:off x="2914118" y="2135172"/>
            <a:ext cx="248362" cy="248276"/>
          </a:xfrm>
          <a:custGeom>
            <a:avLst/>
            <a:gdLst/>
            <a:ahLst/>
            <a:cxnLst/>
            <a:rect l="l" t="t" r="r" b="b"/>
            <a:pathLst>
              <a:path w="248362" h="248276">
                <a:moveTo>
                  <a:pt x="0" y="0"/>
                </a:moveTo>
                <a:lnTo>
                  <a:pt x="248363" y="0"/>
                </a:lnTo>
                <a:lnTo>
                  <a:pt x="248363" y="248276"/>
                </a:lnTo>
                <a:lnTo>
                  <a:pt x="0" y="248276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4" name="Freeform 24"/>
          <p:cNvSpPr/>
          <p:nvPr/>
        </p:nvSpPr>
        <p:spPr>
          <a:xfrm>
            <a:off x="78648" y="2300690"/>
            <a:ext cx="815456" cy="988966"/>
          </a:xfrm>
          <a:custGeom>
            <a:avLst/>
            <a:gdLst/>
            <a:ahLst/>
            <a:cxnLst/>
            <a:rect l="l" t="t" r="r" b="b"/>
            <a:pathLst>
              <a:path w="815456" h="988966">
                <a:moveTo>
                  <a:pt x="0" y="0"/>
                </a:moveTo>
                <a:lnTo>
                  <a:pt x="815457" y="0"/>
                </a:lnTo>
                <a:lnTo>
                  <a:pt x="815457" y="988965"/>
                </a:lnTo>
                <a:lnTo>
                  <a:pt x="0" y="988965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5" name="Freeform 25"/>
          <p:cNvSpPr/>
          <p:nvPr/>
        </p:nvSpPr>
        <p:spPr>
          <a:xfrm>
            <a:off x="240084" y="2462069"/>
            <a:ext cx="409798" cy="496552"/>
          </a:xfrm>
          <a:custGeom>
            <a:avLst/>
            <a:gdLst/>
            <a:ahLst/>
            <a:cxnLst/>
            <a:rect l="l" t="t" r="r" b="b"/>
            <a:pathLst>
              <a:path w="409798" h="496552">
                <a:moveTo>
                  <a:pt x="0" y="0"/>
                </a:moveTo>
                <a:lnTo>
                  <a:pt x="409798" y="0"/>
                </a:lnTo>
                <a:lnTo>
                  <a:pt x="409798" y="496552"/>
                </a:lnTo>
                <a:lnTo>
                  <a:pt x="0" y="496552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6" name="TextBox 26"/>
          <p:cNvSpPr txBox="1"/>
          <p:nvPr/>
        </p:nvSpPr>
        <p:spPr>
          <a:xfrm>
            <a:off x="192654" y="2998877"/>
            <a:ext cx="522781" cy="1324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27"/>
              </a:lnSpc>
            </a:pPr>
            <a:r>
              <a:rPr lang="en-US" sz="1027" b="1" spc="-20">
                <a:solidFill>
                  <a:srgbClr val="101010"/>
                </a:solidFill>
                <a:latin typeface="Barlow SemiCondensed Bold"/>
                <a:ea typeface="Barlow SemiCondensed Bold"/>
                <a:cs typeface="Barlow SemiCondensed Bold"/>
                <a:sym typeface="Barlow SemiCondensed Bold"/>
              </a:rPr>
              <a:t>EVALUASI</a:t>
            </a:r>
          </a:p>
        </p:txBody>
      </p:sp>
      <p:sp>
        <p:nvSpPr>
          <p:cNvPr id="27" name="Freeform 27"/>
          <p:cNvSpPr/>
          <p:nvPr/>
        </p:nvSpPr>
        <p:spPr>
          <a:xfrm>
            <a:off x="728530" y="2627586"/>
            <a:ext cx="244223" cy="252414"/>
          </a:xfrm>
          <a:custGeom>
            <a:avLst/>
            <a:gdLst/>
            <a:ahLst/>
            <a:cxnLst/>
            <a:rect l="l" t="t" r="r" b="b"/>
            <a:pathLst>
              <a:path w="244223" h="252414">
                <a:moveTo>
                  <a:pt x="0" y="0"/>
                </a:moveTo>
                <a:lnTo>
                  <a:pt x="244223" y="0"/>
                </a:lnTo>
                <a:lnTo>
                  <a:pt x="244223" y="252414"/>
                </a:lnTo>
                <a:lnTo>
                  <a:pt x="0" y="252414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8" name="Freeform 28"/>
          <p:cNvSpPr/>
          <p:nvPr/>
        </p:nvSpPr>
        <p:spPr>
          <a:xfrm>
            <a:off x="889965" y="2300690"/>
            <a:ext cx="811317" cy="988966"/>
          </a:xfrm>
          <a:custGeom>
            <a:avLst/>
            <a:gdLst/>
            <a:ahLst/>
            <a:cxnLst/>
            <a:rect l="l" t="t" r="r" b="b"/>
            <a:pathLst>
              <a:path w="811317" h="988966">
                <a:moveTo>
                  <a:pt x="0" y="0"/>
                </a:moveTo>
                <a:lnTo>
                  <a:pt x="811317" y="0"/>
                </a:lnTo>
                <a:lnTo>
                  <a:pt x="811317" y="988965"/>
                </a:lnTo>
                <a:lnTo>
                  <a:pt x="0" y="988965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9" name="Freeform 29"/>
          <p:cNvSpPr/>
          <p:nvPr/>
        </p:nvSpPr>
        <p:spPr>
          <a:xfrm>
            <a:off x="1130049" y="2462069"/>
            <a:ext cx="409798" cy="496552"/>
          </a:xfrm>
          <a:custGeom>
            <a:avLst/>
            <a:gdLst/>
            <a:ahLst/>
            <a:cxnLst/>
            <a:rect l="l" t="t" r="r" b="b"/>
            <a:pathLst>
              <a:path w="409798" h="496552">
                <a:moveTo>
                  <a:pt x="0" y="0"/>
                </a:moveTo>
                <a:lnTo>
                  <a:pt x="409798" y="0"/>
                </a:lnTo>
                <a:lnTo>
                  <a:pt x="409798" y="496552"/>
                </a:lnTo>
                <a:lnTo>
                  <a:pt x="0" y="496552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0" name="TextBox 30"/>
          <p:cNvSpPr txBox="1"/>
          <p:nvPr/>
        </p:nvSpPr>
        <p:spPr>
          <a:xfrm>
            <a:off x="1090356" y="2998877"/>
            <a:ext cx="460651" cy="1324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27"/>
              </a:lnSpc>
            </a:pPr>
            <a:r>
              <a:rPr lang="en-US" sz="1027" b="1" spc="-20">
                <a:solidFill>
                  <a:srgbClr val="101010"/>
                </a:solidFill>
                <a:latin typeface="Barlow SemiCondensed Bold"/>
                <a:ea typeface="Barlow SemiCondensed Bold"/>
                <a:cs typeface="Barlow SemiCondensed Bold"/>
                <a:sym typeface="Barlow SemiCondensed Bold"/>
              </a:rPr>
              <a:t>TRACING</a:t>
            </a:r>
          </a:p>
        </p:txBody>
      </p:sp>
      <p:sp>
        <p:nvSpPr>
          <p:cNvPr id="31" name="Freeform 31"/>
          <p:cNvSpPr/>
          <p:nvPr/>
        </p:nvSpPr>
        <p:spPr>
          <a:xfrm>
            <a:off x="1618495" y="2627586"/>
            <a:ext cx="248362" cy="252414"/>
          </a:xfrm>
          <a:custGeom>
            <a:avLst/>
            <a:gdLst/>
            <a:ahLst/>
            <a:cxnLst/>
            <a:rect l="l" t="t" r="r" b="b"/>
            <a:pathLst>
              <a:path w="248362" h="252414">
                <a:moveTo>
                  <a:pt x="0" y="0"/>
                </a:moveTo>
                <a:lnTo>
                  <a:pt x="248362" y="0"/>
                </a:lnTo>
                <a:lnTo>
                  <a:pt x="248362" y="252414"/>
                </a:lnTo>
                <a:lnTo>
                  <a:pt x="0" y="252414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2" name="Freeform 32"/>
          <p:cNvSpPr/>
          <p:nvPr/>
        </p:nvSpPr>
        <p:spPr>
          <a:xfrm>
            <a:off x="1779930" y="2300690"/>
            <a:ext cx="815456" cy="988966"/>
          </a:xfrm>
          <a:custGeom>
            <a:avLst/>
            <a:gdLst/>
            <a:ahLst/>
            <a:cxnLst/>
            <a:rect l="l" t="t" r="r" b="b"/>
            <a:pathLst>
              <a:path w="815456" h="988966">
                <a:moveTo>
                  <a:pt x="0" y="0"/>
                </a:moveTo>
                <a:lnTo>
                  <a:pt x="815457" y="0"/>
                </a:lnTo>
                <a:lnTo>
                  <a:pt x="815457" y="988965"/>
                </a:lnTo>
                <a:lnTo>
                  <a:pt x="0" y="988965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3" name="Freeform 33"/>
          <p:cNvSpPr/>
          <p:nvPr/>
        </p:nvSpPr>
        <p:spPr>
          <a:xfrm>
            <a:off x="2024153" y="2462069"/>
            <a:ext cx="327010" cy="496552"/>
          </a:xfrm>
          <a:custGeom>
            <a:avLst/>
            <a:gdLst/>
            <a:ahLst/>
            <a:cxnLst/>
            <a:rect l="l" t="t" r="r" b="b"/>
            <a:pathLst>
              <a:path w="327010" h="496552">
                <a:moveTo>
                  <a:pt x="0" y="0"/>
                </a:moveTo>
                <a:lnTo>
                  <a:pt x="327011" y="0"/>
                </a:lnTo>
                <a:lnTo>
                  <a:pt x="327011" y="496552"/>
                </a:lnTo>
                <a:lnTo>
                  <a:pt x="0" y="496552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4" name="TextBox 34"/>
          <p:cNvSpPr txBox="1"/>
          <p:nvPr/>
        </p:nvSpPr>
        <p:spPr>
          <a:xfrm>
            <a:off x="1843148" y="2998877"/>
            <a:ext cx="657016" cy="1324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27"/>
              </a:lnSpc>
            </a:pPr>
            <a:r>
              <a:rPr lang="en-US" sz="1027" b="1" spc="-20">
                <a:solidFill>
                  <a:srgbClr val="101010"/>
                </a:solidFill>
                <a:latin typeface="Barlow SemiCondensed Bold"/>
                <a:ea typeface="Barlow SemiCondensed Bold"/>
                <a:cs typeface="Barlow SemiCondensed Bold"/>
                <a:sym typeface="Barlow SemiCondensed Bold"/>
              </a:rPr>
              <a:t>FLOWCHART</a:t>
            </a:r>
          </a:p>
        </p:txBody>
      </p:sp>
      <p:sp>
        <p:nvSpPr>
          <p:cNvPr id="35" name="Freeform 35"/>
          <p:cNvSpPr/>
          <p:nvPr/>
        </p:nvSpPr>
        <p:spPr>
          <a:xfrm>
            <a:off x="2508460" y="2627586"/>
            <a:ext cx="248362" cy="252414"/>
          </a:xfrm>
          <a:custGeom>
            <a:avLst/>
            <a:gdLst/>
            <a:ahLst/>
            <a:cxnLst/>
            <a:rect l="l" t="t" r="r" b="b"/>
            <a:pathLst>
              <a:path w="248362" h="252414">
                <a:moveTo>
                  <a:pt x="0" y="0"/>
                </a:moveTo>
                <a:lnTo>
                  <a:pt x="248362" y="0"/>
                </a:lnTo>
                <a:lnTo>
                  <a:pt x="248362" y="252414"/>
                </a:lnTo>
                <a:lnTo>
                  <a:pt x="0" y="252414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6" name="Freeform 36"/>
          <p:cNvSpPr/>
          <p:nvPr/>
        </p:nvSpPr>
        <p:spPr>
          <a:xfrm>
            <a:off x="2669895" y="2300690"/>
            <a:ext cx="732669" cy="988966"/>
          </a:xfrm>
          <a:custGeom>
            <a:avLst/>
            <a:gdLst/>
            <a:ahLst/>
            <a:cxnLst/>
            <a:rect l="l" t="t" r="r" b="b"/>
            <a:pathLst>
              <a:path w="732669" h="988966">
                <a:moveTo>
                  <a:pt x="0" y="0"/>
                </a:moveTo>
                <a:lnTo>
                  <a:pt x="732669" y="0"/>
                </a:lnTo>
                <a:lnTo>
                  <a:pt x="732669" y="988965"/>
                </a:lnTo>
                <a:lnTo>
                  <a:pt x="0" y="988965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7" name="Freeform 37"/>
          <p:cNvSpPr/>
          <p:nvPr/>
        </p:nvSpPr>
        <p:spPr>
          <a:xfrm>
            <a:off x="2831331" y="2462069"/>
            <a:ext cx="331150" cy="496552"/>
          </a:xfrm>
          <a:custGeom>
            <a:avLst/>
            <a:gdLst/>
            <a:ahLst/>
            <a:cxnLst/>
            <a:rect l="l" t="t" r="r" b="b"/>
            <a:pathLst>
              <a:path w="331150" h="496552">
                <a:moveTo>
                  <a:pt x="0" y="0"/>
                </a:moveTo>
                <a:lnTo>
                  <a:pt x="331150" y="0"/>
                </a:lnTo>
                <a:lnTo>
                  <a:pt x="331150" y="496552"/>
                </a:lnTo>
                <a:lnTo>
                  <a:pt x="0" y="496552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8" name="TextBox 38"/>
          <p:cNvSpPr txBox="1"/>
          <p:nvPr/>
        </p:nvSpPr>
        <p:spPr>
          <a:xfrm>
            <a:off x="2718989" y="2998877"/>
            <a:ext cx="607284" cy="1324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27"/>
              </a:lnSpc>
            </a:pPr>
            <a:r>
              <a:rPr lang="en-US" sz="1027" b="1" spc="-20">
                <a:solidFill>
                  <a:srgbClr val="101010"/>
                </a:solidFill>
                <a:latin typeface="Barlow SemiCondensed Bold"/>
                <a:ea typeface="Barlow SemiCondensed Bold"/>
                <a:cs typeface="Barlow SemiCondensed Bold"/>
                <a:sym typeface="Barlow SemiCondensed Bold"/>
              </a:rPr>
              <a:t>ALGORITMA</a:t>
            </a:r>
          </a:p>
        </p:txBody>
      </p:sp>
      <p:sp>
        <p:nvSpPr>
          <p:cNvPr id="39" name="Freeform 39"/>
          <p:cNvSpPr/>
          <p:nvPr/>
        </p:nvSpPr>
        <p:spPr>
          <a:xfrm>
            <a:off x="401519" y="3202759"/>
            <a:ext cx="165575" cy="331034"/>
          </a:xfrm>
          <a:custGeom>
            <a:avLst/>
            <a:gdLst/>
            <a:ahLst/>
            <a:cxnLst/>
            <a:rect l="l" t="t" r="r" b="b"/>
            <a:pathLst>
              <a:path w="165575" h="331034">
                <a:moveTo>
                  <a:pt x="0" y="0"/>
                </a:moveTo>
                <a:lnTo>
                  <a:pt x="165575" y="0"/>
                </a:lnTo>
                <a:lnTo>
                  <a:pt x="165575" y="331034"/>
                </a:lnTo>
                <a:lnTo>
                  <a:pt x="0" y="331034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0" name="Freeform 40"/>
          <p:cNvSpPr/>
          <p:nvPr/>
        </p:nvSpPr>
        <p:spPr>
          <a:xfrm>
            <a:off x="78648" y="3451034"/>
            <a:ext cx="815456" cy="988966"/>
          </a:xfrm>
          <a:custGeom>
            <a:avLst/>
            <a:gdLst/>
            <a:ahLst/>
            <a:cxnLst/>
            <a:rect l="l" t="t" r="r" b="b"/>
            <a:pathLst>
              <a:path w="815456" h="988966">
                <a:moveTo>
                  <a:pt x="0" y="0"/>
                </a:moveTo>
                <a:lnTo>
                  <a:pt x="815457" y="0"/>
                </a:lnTo>
                <a:lnTo>
                  <a:pt x="815457" y="988966"/>
                </a:lnTo>
                <a:lnTo>
                  <a:pt x="0" y="988966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1" name="Freeform 41"/>
          <p:cNvSpPr/>
          <p:nvPr/>
        </p:nvSpPr>
        <p:spPr>
          <a:xfrm>
            <a:off x="240084" y="3612414"/>
            <a:ext cx="492585" cy="496552"/>
          </a:xfrm>
          <a:custGeom>
            <a:avLst/>
            <a:gdLst/>
            <a:ahLst/>
            <a:cxnLst/>
            <a:rect l="l" t="t" r="r" b="b"/>
            <a:pathLst>
              <a:path w="492585" h="496552">
                <a:moveTo>
                  <a:pt x="0" y="0"/>
                </a:moveTo>
                <a:lnTo>
                  <a:pt x="492585" y="0"/>
                </a:lnTo>
                <a:lnTo>
                  <a:pt x="492585" y="496552"/>
                </a:lnTo>
                <a:lnTo>
                  <a:pt x="0" y="496552"/>
                </a:lnTo>
                <a:lnTo>
                  <a:pt x="0" y="0"/>
                </a:lnTo>
                <a:close/>
              </a:path>
            </a:pathLst>
          </a:custGeom>
          <a:blipFill>
            <a:blip r:embed="rId30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2" name="TextBox 42"/>
          <p:cNvSpPr txBox="1"/>
          <p:nvPr/>
        </p:nvSpPr>
        <p:spPr>
          <a:xfrm>
            <a:off x="203504" y="4138517"/>
            <a:ext cx="501082" cy="1324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27"/>
              </a:lnSpc>
            </a:pPr>
            <a:r>
              <a:rPr lang="en-US" sz="1027" b="1" spc="-20">
                <a:solidFill>
                  <a:srgbClr val="101010"/>
                </a:solidFill>
                <a:latin typeface="Barlow SemiCondensed Bold"/>
                <a:ea typeface="Barlow SemiCondensed Bold"/>
                <a:cs typeface="Barlow SemiCondensed Bold"/>
                <a:sym typeface="Barlow SemiCondensed Bold"/>
              </a:rPr>
              <a:t>REFLEKSI</a:t>
            </a:r>
          </a:p>
        </p:txBody>
      </p:sp>
      <p:sp>
        <p:nvSpPr>
          <p:cNvPr id="43" name="Freeform 43"/>
          <p:cNvSpPr/>
          <p:nvPr/>
        </p:nvSpPr>
        <p:spPr>
          <a:xfrm>
            <a:off x="968613" y="3529655"/>
            <a:ext cx="2516739" cy="827586"/>
          </a:xfrm>
          <a:custGeom>
            <a:avLst/>
            <a:gdLst/>
            <a:ahLst/>
            <a:cxnLst/>
            <a:rect l="l" t="t" r="r" b="b"/>
            <a:pathLst>
              <a:path w="2516739" h="827586">
                <a:moveTo>
                  <a:pt x="0" y="0"/>
                </a:moveTo>
                <a:lnTo>
                  <a:pt x="2516739" y="0"/>
                </a:lnTo>
                <a:lnTo>
                  <a:pt x="2516739" y="827586"/>
                </a:lnTo>
                <a:lnTo>
                  <a:pt x="0" y="827586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4" name="Freeform 44"/>
          <p:cNvSpPr/>
          <p:nvPr/>
        </p:nvSpPr>
        <p:spPr>
          <a:xfrm>
            <a:off x="1051401" y="3695172"/>
            <a:ext cx="488446" cy="496552"/>
          </a:xfrm>
          <a:custGeom>
            <a:avLst/>
            <a:gdLst/>
            <a:ahLst/>
            <a:cxnLst/>
            <a:rect l="l" t="t" r="r" b="b"/>
            <a:pathLst>
              <a:path w="488446" h="496552">
                <a:moveTo>
                  <a:pt x="0" y="0"/>
                </a:moveTo>
                <a:lnTo>
                  <a:pt x="488446" y="0"/>
                </a:lnTo>
                <a:lnTo>
                  <a:pt x="488446" y="496552"/>
                </a:lnTo>
                <a:lnTo>
                  <a:pt x="0" y="496552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5" name="TextBox 45"/>
          <p:cNvSpPr txBox="1"/>
          <p:nvPr/>
        </p:nvSpPr>
        <p:spPr>
          <a:xfrm>
            <a:off x="1515685" y="3648802"/>
            <a:ext cx="1920160" cy="5793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7"/>
              </a:lnSpc>
            </a:pPr>
            <a:r>
              <a:rPr lang="en-US" sz="2237" b="1" spc="-44">
                <a:solidFill>
                  <a:srgbClr val="08285B"/>
                </a:solidFill>
                <a:latin typeface="Barlow SemiCondensed Bold"/>
                <a:ea typeface="Barlow SemiCondensed Bold"/>
                <a:cs typeface="Barlow SemiCondensed Bold"/>
                <a:sym typeface="Barlow SemiCondensed Bold"/>
              </a:rPr>
              <a:t>Jangan langsung</a:t>
            </a:r>
          </a:p>
          <a:p>
            <a:pPr algn="l">
              <a:lnSpc>
                <a:spcPts val="2237"/>
              </a:lnSpc>
            </a:pPr>
            <a:r>
              <a:rPr lang="en-US" sz="2237" b="1" spc="-44">
                <a:solidFill>
                  <a:srgbClr val="E85D0A"/>
                </a:solidFill>
                <a:latin typeface="Barlow SemiCondensed Bold"/>
                <a:ea typeface="Barlow SemiCondensed Bold"/>
                <a:cs typeface="Barlow SemiCondensed Bold"/>
                <a:sym typeface="Barlow SemiCondensed Bold"/>
              </a:rPr>
              <a:t>menggambar.</a:t>
            </a:r>
          </a:p>
        </p:txBody>
      </p:sp>
      <p:sp>
        <p:nvSpPr>
          <p:cNvPr id="46" name="Freeform 46"/>
          <p:cNvSpPr/>
          <p:nvPr/>
        </p:nvSpPr>
        <p:spPr>
          <a:xfrm>
            <a:off x="35324" y="4878643"/>
            <a:ext cx="3485352" cy="2056552"/>
          </a:xfrm>
          <a:custGeom>
            <a:avLst/>
            <a:gdLst/>
            <a:ahLst/>
            <a:cxnLst/>
            <a:rect l="l" t="t" r="r" b="b"/>
            <a:pathLst>
              <a:path w="3485352" h="2056552">
                <a:moveTo>
                  <a:pt x="0" y="0"/>
                </a:moveTo>
                <a:lnTo>
                  <a:pt x="3485352" y="0"/>
                </a:lnTo>
                <a:lnTo>
                  <a:pt x="3485352" y="2056552"/>
                </a:lnTo>
                <a:lnTo>
                  <a:pt x="0" y="2056552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pic>
        <p:nvPicPr>
          <p:cNvPr id="66" name="Picture 65">
            <a:extLst>
              <a:ext uri="{FF2B5EF4-FFF2-40B4-BE49-F238E27FC236}">
                <a16:creationId xmlns:a16="http://schemas.microsoft.com/office/drawing/2014/main" id="{2FD3C526-93DC-C7C1-B921-A8204802145F}"/>
              </a:ext>
            </a:extLst>
      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18525" y="1014272"/>
            <a:ext cx="3537475" cy="353747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27</TotalTime>
  <Words>301</Words>
  <Application>Microsoft Macintosh PowerPoint</Application>
  <PresentationFormat>Custom</PresentationFormat>
  <Paragraphs>105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8" baseType="lpstr">
      <vt:lpstr>Roboto Bold</vt:lpstr>
      <vt:lpstr>Barlow SemiCondensed Bold</vt:lpstr>
      <vt:lpstr>Oswald Bold</vt:lpstr>
      <vt:lpstr>Poppins Semi-Bold</vt:lpstr>
      <vt:lpstr>Poppins Bold</vt:lpstr>
      <vt:lpstr>Arial</vt:lpstr>
      <vt:lpstr>Roboto Condensed Bold</vt:lpstr>
      <vt:lpstr>Calibri</vt:lpstr>
      <vt:lpstr>Roboto</vt:lpstr>
      <vt:lpstr>Poppins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Materi flowchart untuk kelas X SMK</dc:title>
  <cp:lastModifiedBy>ibnu allika prabo warasto</cp:lastModifiedBy>
  <cp:revision>3</cp:revision>
  <dcterms:created xsi:type="dcterms:W3CDTF">2006-08-16T00:00:00Z</dcterms:created>
  <dcterms:modified xsi:type="dcterms:W3CDTF">2026-10-05T20:20:22Z</dcterms:modified>
  <dc:identifier>DAHXKt3suPI</dc:identifier>
</cp:coreProperties>
</file>