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556000" cy="7556500"/>
  <p:notesSz cx="6858000" cy="9144000"/>
  <p:embeddedFontLst>
    <p:embeddedFont>
      <p:font typeface="Barlow SemiCondensed Bold" pitchFamily="2" charset="77"/>
      <p:regular r:id="rId8"/>
      <p:bold r:id="rId9"/>
    </p:embeddedFont>
    <p:embeddedFont>
      <p:font typeface="Oswald Bold" pitchFamily="2" charset="77"/>
      <p:regular r:id="rId10"/>
      <p:bold r:id="rId11"/>
    </p:embeddedFont>
    <p:embeddedFont>
      <p:font typeface="Poppins" pitchFamily="2" charset="77"/>
      <p:regular r:id="rId12"/>
    </p:embeddedFont>
    <p:embeddedFont>
      <p:font typeface="Poppins Bold" pitchFamily="2" charset="77"/>
      <p:regular r:id="rId13"/>
      <p:bold r:id="rId14"/>
    </p:embeddedFont>
    <p:embeddedFont>
      <p:font typeface="Poppins Semi-Bold" pitchFamily="2" charset="77"/>
      <p:regular r:id="rId15"/>
      <p:bold r:id="rId16"/>
    </p:embeddedFont>
    <p:embeddedFont>
      <p:font typeface="Roboto" panose="02000000000000000000" pitchFamily="2" charset="0"/>
      <p:regular r:id="rId17"/>
    </p:embeddedFont>
    <p:embeddedFont>
      <p:font typeface="Roboto Bold" panose="02000000000000000000" pitchFamily="2" charset="0"/>
      <p:regular r:id="rId18"/>
      <p:bold r:id="rId19"/>
    </p:embeddedFont>
    <p:embeddedFont>
      <p:font typeface="Roboto Condensed Bold" panose="020000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109" d="100"/>
          <a:sy n="109" d="100"/>
        </p:scale>
        <p:origin x="41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9" Type="http://schemas.openxmlformats.org/officeDocument/2006/relationships/image" Target="../media/image88.png"/><Relationship Id="rId21" Type="http://schemas.openxmlformats.org/officeDocument/2006/relationships/image" Target="../media/image70.png"/><Relationship Id="rId34" Type="http://schemas.openxmlformats.org/officeDocument/2006/relationships/image" Target="../media/image83.png"/><Relationship Id="rId42" Type="http://schemas.openxmlformats.org/officeDocument/2006/relationships/image" Target="../media/image91.png"/><Relationship Id="rId47" Type="http://schemas.openxmlformats.org/officeDocument/2006/relationships/image" Target="../media/image96.png"/><Relationship Id="rId50" Type="http://schemas.openxmlformats.org/officeDocument/2006/relationships/image" Target="../media/image99.png"/><Relationship Id="rId55" Type="http://schemas.openxmlformats.org/officeDocument/2006/relationships/image" Target="../media/image104.png"/><Relationship Id="rId63" Type="http://schemas.openxmlformats.org/officeDocument/2006/relationships/image" Target="../media/image11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29" Type="http://schemas.openxmlformats.org/officeDocument/2006/relationships/image" Target="../media/image78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37" Type="http://schemas.openxmlformats.org/officeDocument/2006/relationships/image" Target="../media/image86.png"/><Relationship Id="rId40" Type="http://schemas.openxmlformats.org/officeDocument/2006/relationships/image" Target="../media/image89.png"/><Relationship Id="rId45" Type="http://schemas.openxmlformats.org/officeDocument/2006/relationships/image" Target="../media/image94.png"/><Relationship Id="rId53" Type="http://schemas.openxmlformats.org/officeDocument/2006/relationships/image" Target="../media/image102.png"/><Relationship Id="rId58" Type="http://schemas.openxmlformats.org/officeDocument/2006/relationships/image" Target="../media/image107.png"/><Relationship Id="rId5" Type="http://schemas.openxmlformats.org/officeDocument/2006/relationships/image" Target="../media/image54.png"/><Relationship Id="rId61" Type="http://schemas.openxmlformats.org/officeDocument/2006/relationships/image" Target="../media/image110.png"/><Relationship Id="rId19" Type="http://schemas.openxmlformats.org/officeDocument/2006/relationships/image" Target="../media/image6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84.png"/><Relationship Id="rId43" Type="http://schemas.openxmlformats.org/officeDocument/2006/relationships/image" Target="../media/image92.png"/><Relationship Id="rId48" Type="http://schemas.openxmlformats.org/officeDocument/2006/relationships/image" Target="../media/image97.png"/><Relationship Id="rId56" Type="http://schemas.openxmlformats.org/officeDocument/2006/relationships/image" Target="../media/image105.png"/><Relationship Id="rId8" Type="http://schemas.openxmlformats.org/officeDocument/2006/relationships/image" Target="../media/image57.png"/><Relationship Id="rId51" Type="http://schemas.openxmlformats.org/officeDocument/2006/relationships/image" Target="../media/image100.png"/><Relationship Id="rId3" Type="http://schemas.openxmlformats.org/officeDocument/2006/relationships/image" Target="../media/image52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png"/><Relationship Id="rId38" Type="http://schemas.openxmlformats.org/officeDocument/2006/relationships/image" Target="../media/image87.png"/><Relationship Id="rId46" Type="http://schemas.openxmlformats.org/officeDocument/2006/relationships/image" Target="../media/image95.png"/><Relationship Id="rId59" Type="http://schemas.openxmlformats.org/officeDocument/2006/relationships/image" Target="../media/image108.png"/><Relationship Id="rId20" Type="http://schemas.openxmlformats.org/officeDocument/2006/relationships/image" Target="../media/image69.png"/><Relationship Id="rId41" Type="http://schemas.openxmlformats.org/officeDocument/2006/relationships/image" Target="../media/image90.png"/><Relationship Id="rId54" Type="http://schemas.openxmlformats.org/officeDocument/2006/relationships/image" Target="../media/image103.png"/><Relationship Id="rId6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36" Type="http://schemas.openxmlformats.org/officeDocument/2006/relationships/image" Target="../media/image85.png"/><Relationship Id="rId49" Type="http://schemas.openxmlformats.org/officeDocument/2006/relationships/image" Target="../media/image98.png"/><Relationship Id="rId57" Type="http://schemas.openxmlformats.org/officeDocument/2006/relationships/image" Target="../media/image106.png"/><Relationship Id="rId10" Type="http://schemas.openxmlformats.org/officeDocument/2006/relationships/image" Target="../media/image59.png"/><Relationship Id="rId31" Type="http://schemas.openxmlformats.org/officeDocument/2006/relationships/image" Target="../media/image80.png"/><Relationship Id="rId44" Type="http://schemas.openxmlformats.org/officeDocument/2006/relationships/image" Target="../media/image93.png"/><Relationship Id="rId52" Type="http://schemas.openxmlformats.org/officeDocument/2006/relationships/image" Target="../media/image101.png"/><Relationship Id="rId60" Type="http://schemas.openxmlformats.org/officeDocument/2006/relationships/image" Target="../media/image10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26" Type="http://schemas.openxmlformats.org/officeDocument/2006/relationships/image" Target="../media/image137.png"/><Relationship Id="rId3" Type="http://schemas.openxmlformats.org/officeDocument/2006/relationships/image" Target="../media/image114.png"/><Relationship Id="rId21" Type="http://schemas.openxmlformats.org/officeDocument/2006/relationships/image" Target="../media/image132.png"/><Relationship Id="rId34" Type="http://schemas.openxmlformats.org/officeDocument/2006/relationships/image" Target="../media/image145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5" Type="http://schemas.openxmlformats.org/officeDocument/2006/relationships/image" Target="../media/image136.png"/><Relationship Id="rId33" Type="http://schemas.openxmlformats.org/officeDocument/2006/relationships/image" Target="../media/image144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29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135.png"/><Relationship Id="rId32" Type="http://schemas.openxmlformats.org/officeDocument/2006/relationships/image" Target="../media/image143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34.png"/><Relationship Id="rId28" Type="http://schemas.openxmlformats.org/officeDocument/2006/relationships/image" Target="../media/image139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31" Type="http://schemas.openxmlformats.org/officeDocument/2006/relationships/image" Target="../media/image142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Relationship Id="rId27" Type="http://schemas.openxmlformats.org/officeDocument/2006/relationships/image" Target="../media/image138.png"/><Relationship Id="rId30" Type="http://schemas.openxmlformats.org/officeDocument/2006/relationships/image" Target="../media/image141.png"/><Relationship Id="rId8" Type="http://schemas.openxmlformats.org/officeDocument/2006/relationships/image" Target="../media/image1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26" Type="http://schemas.openxmlformats.org/officeDocument/2006/relationships/image" Target="../media/image170.png"/><Relationship Id="rId3" Type="http://schemas.openxmlformats.org/officeDocument/2006/relationships/image" Target="../media/image147.png"/><Relationship Id="rId21" Type="http://schemas.openxmlformats.org/officeDocument/2006/relationships/image" Target="../media/image165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5" Type="http://schemas.openxmlformats.org/officeDocument/2006/relationships/image" Target="../media/image169.png"/><Relationship Id="rId2" Type="http://schemas.openxmlformats.org/officeDocument/2006/relationships/image" Target="../media/image146.png"/><Relationship Id="rId16" Type="http://schemas.openxmlformats.org/officeDocument/2006/relationships/image" Target="../media/image160.png"/><Relationship Id="rId20" Type="http://schemas.openxmlformats.org/officeDocument/2006/relationships/image" Target="../media/image164.png"/><Relationship Id="rId29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24" Type="http://schemas.openxmlformats.org/officeDocument/2006/relationships/image" Target="../media/image168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23" Type="http://schemas.openxmlformats.org/officeDocument/2006/relationships/image" Target="../media/image167.png"/><Relationship Id="rId28" Type="http://schemas.openxmlformats.org/officeDocument/2006/relationships/image" Target="../media/image172.png"/><Relationship Id="rId10" Type="http://schemas.openxmlformats.org/officeDocument/2006/relationships/image" Target="../media/image154.png"/><Relationship Id="rId19" Type="http://schemas.openxmlformats.org/officeDocument/2006/relationships/image" Target="../media/image163.png"/><Relationship Id="rId31" Type="http://schemas.openxmlformats.org/officeDocument/2006/relationships/image" Target="../media/image175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Relationship Id="rId22" Type="http://schemas.openxmlformats.org/officeDocument/2006/relationships/image" Target="../media/image166.png"/><Relationship Id="rId27" Type="http://schemas.openxmlformats.org/officeDocument/2006/relationships/image" Target="../media/image171.png"/><Relationship Id="rId30" Type="http://schemas.openxmlformats.org/officeDocument/2006/relationships/image" Target="../media/image17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7.png"/><Relationship Id="rId18" Type="http://schemas.openxmlformats.org/officeDocument/2006/relationships/image" Target="../media/image192.png"/><Relationship Id="rId26" Type="http://schemas.openxmlformats.org/officeDocument/2006/relationships/image" Target="../media/image200.png"/><Relationship Id="rId3" Type="http://schemas.openxmlformats.org/officeDocument/2006/relationships/image" Target="../media/image177.png"/><Relationship Id="rId21" Type="http://schemas.openxmlformats.org/officeDocument/2006/relationships/image" Target="../media/image195.png"/><Relationship Id="rId34" Type="http://schemas.openxmlformats.org/officeDocument/2006/relationships/image" Target="../media/image208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17" Type="http://schemas.openxmlformats.org/officeDocument/2006/relationships/image" Target="../media/image191.png"/><Relationship Id="rId25" Type="http://schemas.openxmlformats.org/officeDocument/2006/relationships/image" Target="../media/image199.png"/><Relationship Id="rId33" Type="http://schemas.openxmlformats.org/officeDocument/2006/relationships/image" Target="../media/image207.png"/><Relationship Id="rId2" Type="http://schemas.openxmlformats.org/officeDocument/2006/relationships/image" Target="../media/image176.png"/><Relationship Id="rId16" Type="http://schemas.openxmlformats.org/officeDocument/2006/relationships/image" Target="../media/image190.png"/><Relationship Id="rId20" Type="http://schemas.openxmlformats.org/officeDocument/2006/relationships/image" Target="../media/image194.png"/><Relationship Id="rId29" Type="http://schemas.openxmlformats.org/officeDocument/2006/relationships/image" Target="../media/image2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24" Type="http://schemas.openxmlformats.org/officeDocument/2006/relationships/image" Target="../media/image198.png"/><Relationship Id="rId32" Type="http://schemas.openxmlformats.org/officeDocument/2006/relationships/image" Target="../media/image206.png"/><Relationship Id="rId5" Type="http://schemas.openxmlformats.org/officeDocument/2006/relationships/image" Target="../media/image179.png"/><Relationship Id="rId15" Type="http://schemas.openxmlformats.org/officeDocument/2006/relationships/image" Target="../media/image189.png"/><Relationship Id="rId23" Type="http://schemas.openxmlformats.org/officeDocument/2006/relationships/image" Target="../media/image197.png"/><Relationship Id="rId28" Type="http://schemas.openxmlformats.org/officeDocument/2006/relationships/image" Target="../media/image202.png"/><Relationship Id="rId10" Type="http://schemas.openxmlformats.org/officeDocument/2006/relationships/image" Target="../media/image184.png"/><Relationship Id="rId19" Type="http://schemas.openxmlformats.org/officeDocument/2006/relationships/image" Target="../media/image193.png"/><Relationship Id="rId31" Type="http://schemas.openxmlformats.org/officeDocument/2006/relationships/image" Target="../media/image205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Relationship Id="rId22" Type="http://schemas.openxmlformats.org/officeDocument/2006/relationships/image" Target="../media/image196.png"/><Relationship Id="rId27" Type="http://schemas.openxmlformats.org/officeDocument/2006/relationships/image" Target="../media/image201.png"/><Relationship Id="rId30" Type="http://schemas.openxmlformats.org/officeDocument/2006/relationships/image" Target="../media/image204.png"/><Relationship Id="rId8" Type="http://schemas.openxmlformats.org/officeDocument/2006/relationships/image" Target="../media/image1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564000" cy="7560000"/>
          </a:xfrm>
          <a:custGeom>
            <a:avLst/>
            <a:gdLst/>
            <a:ahLst/>
            <a:cxnLst/>
            <a:rect l="l" t="t" r="r" b="b"/>
            <a:pathLst>
              <a:path w="3564000" h="7560000">
                <a:moveTo>
                  <a:pt x="0" y="0"/>
                </a:moveTo>
                <a:lnTo>
                  <a:pt x="3564000" y="0"/>
                </a:lnTo>
                <a:lnTo>
                  <a:pt x="3564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8648" y="78621"/>
            <a:ext cx="409798" cy="417931"/>
          </a:xfrm>
          <a:custGeom>
            <a:avLst/>
            <a:gdLst/>
            <a:ahLst/>
            <a:cxnLst/>
            <a:rect l="l" t="t" r="r" b="b"/>
            <a:pathLst>
              <a:path w="409798" h="417931">
                <a:moveTo>
                  <a:pt x="0" y="0"/>
                </a:moveTo>
                <a:lnTo>
                  <a:pt x="409798" y="0"/>
                </a:lnTo>
                <a:lnTo>
                  <a:pt x="40979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01519" y="78621"/>
            <a:ext cx="1059679" cy="335172"/>
          </a:xfrm>
          <a:custGeom>
            <a:avLst/>
            <a:gdLst/>
            <a:ahLst/>
            <a:cxnLst/>
            <a:rect l="l" t="t" r="r" b="b"/>
            <a:pathLst>
              <a:path w="1059679" h="335172">
                <a:moveTo>
                  <a:pt x="0" y="0"/>
                </a:moveTo>
                <a:lnTo>
                  <a:pt x="1059680" y="0"/>
                </a:lnTo>
                <a:lnTo>
                  <a:pt x="1059680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80060" y="96782"/>
            <a:ext cx="1225405" cy="37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7"/>
              </a:lnSpc>
            </a:pPr>
            <a:r>
              <a:rPr lang="en-US" sz="719" b="1" spc="-6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SMK KELAS X </a:t>
            </a:r>
          </a:p>
          <a:p>
            <a:pPr algn="l">
              <a:lnSpc>
                <a:spcPts val="1517"/>
              </a:lnSpc>
            </a:pPr>
            <a:r>
              <a:rPr lang="en-US" sz="719" b="1" spc="-7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MATERI FLOWCHART</a:t>
            </a:r>
          </a:p>
        </p:txBody>
      </p:sp>
      <p:sp>
        <p:nvSpPr>
          <p:cNvPr id="6" name="Freeform 6"/>
          <p:cNvSpPr/>
          <p:nvPr/>
        </p:nvSpPr>
        <p:spPr>
          <a:xfrm>
            <a:off x="2996906" y="78621"/>
            <a:ext cx="405659" cy="335172"/>
          </a:xfrm>
          <a:custGeom>
            <a:avLst/>
            <a:gdLst/>
            <a:ahLst/>
            <a:cxnLst/>
            <a:rect l="l" t="t" r="r" b="b"/>
            <a:pathLst>
              <a:path w="405659" h="335172">
                <a:moveTo>
                  <a:pt x="0" y="0"/>
                </a:moveTo>
                <a:lnTo>
                  <a:pt x="405658" y="0"/>
                </a:lnTo>
                <a:lnTo>
                  <a:pt x="405658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1806" y="553578"/>
            <a:ext cx="2658067" cy="116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866" b="1" spc="-27">
                <a:solidFill>
                  <a:srgbClr val="06172B"/>
                </a:solidFill>
                <a:latin typeface="Roboto Bold"/>
                <a:ea typeface="Roboto Bold"/>
                <a:cs typeface="Roboto Bold"/>
                <a:sym typeface="Roboto Bold"/>
              </a:rPr>
              <a:t>Bagaimana Menjelaskan </a:t>
            </a:r>
            <a:r>
              <a:rPr lang="en-US" sz="2866" b="1" spc="-27">
                <a:solidFill>
                  <a:srgbClr val="073169"/>
                </a:solidFill>
                <a:latin typeface="Roboto Bold"/>
                <a:ea typeface="Roboto Bold"/>
                <a:cs typeface="Roboto Bold"/>
                <a:sym typeface="Roboto Bold"/>
              </a:rPr>
              <a:t>Sebuah Proses?</a:t>
            </a:r>
          </a:p>
        </p:txBody>
      </p:sp>
      <p:sp>
        <p:nvSpPr>
          <p:cNvPr id="8" name="Freeform 8"/>
          <p:cNvSpPr/>
          <p:nvPr/>
        </p:nvSpPr>
        <p:spPr>
          <a:xfrm>
            <a:off x="161436" y="1725517"/>
            <a:ext cx="1138328" cy="165517"/>
          </a:xfrm>
          <a:custGeom>
            <a:avLst/>
            <a:gdLst/>
            <a:ahLst/>
            <a:cxnLst/>
            <a:rect l="l" t="t" r="r" b="b"/>
            <a:pathLst>
              <a:path w="1138328" h="165517">
                <a:moveTo>
                  <a:pt x="0" y="0"/>
                </a:moveTo>
                <a:lnTo>
                  <a:pt x="1138327" y="0"/>
                </a:lnTo>
                <a:lnTo>
                  <a:pt x="1138327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74272" y="1804138"/>
            <a:ext cx="1059679" cy="744828"/>
          </a:xfrm>
          <a:custGeom>
            <a:avLst/>
            <a:gdLst/>
            <a:ahLst/>
            <a:cxnLst/>
            <a:rect l="l" t="t" r="r" b="b"/>
            <a:pathLst>
              <a:path w="1059679" h="744828">
                <a:moveTo>
                  <a:pt x="0" y="0"/>
                </a:moveTo>
                <a:lnTo>
                  <a:pt x="1059679" y="0"/>
                </a:lnTo>
                <a:lnTo>
                  <a:pt x="1059679" y="744828"/>
                </a:lnTo>
                <a:lnTo>
                  <a:pt x="0" y="744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46135" y="1983880"/>
            <a:ext cx="871857" cy="39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5"/>
              </a:lnSpc>
            </a:pPr>
            <a:r>
              <a:rPr lang="en-US" sz="904" spc="-8">
                <a:solidFill>
                  <a:srgbClr val="161C29"/>
                </a:solidFill>
                <a:latin typeface="Roboto"/>
                <a:ea typeface="Roboto"/>
                <a:cs typeface="Roboto"/>
                <a:sym typeface="Roboto"/>
              </a:rPr>
              <a:t>Saya ingin </a:t>
            </a:r>
            <a:r>
              <a:rPr lang="en-US" sz="904" b="1" spc="-8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meminjam alat praktik.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97143" y="1886897"/>
            <a:ext cx="1788209" cy="1895172"/>
          </a:xfrm>
          <a:custGeom>
            <a:avLst/>
            <a:gdLst/>
            <a:ahLst/>
            <a:cxnLst/>
            <a:rect l="l" t="t" r="r" b="b"/>
            <a:pathLst>
              <a:path w="1788209" h="1895172">
                <a:moveTo>
                  <a:pt x="0" y="0"/>
                </a:moveTo>
                <a:lnTo>
                  <a:pt x="1788209" y="0"/>
                </a:lnTo>
                <a:lnTo>
                  <a:pt x="1788209" y="1895172"/>
                </a:lnTo>
                <a:lnTo>
                  <a:pt x="0" y="18951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01519" y="2462069"/>
            <a:ext cx="976892" cy="496552"/>
          </a:xfrm>
          <a:custGeom>
            <a:avLst/>
            <a:gdLst/>
            <a:ahLst/>
            <a:cxnLst/>
            <a:rect l="l" t="t" r="r" b="b"/>
            <a:pathLst>
              <a:path w="976892" h="496552">
                <a:moveTo>
                  <a:pt x="0" y="0"/>
                </a:moveTo>
                <a:lnTo>
                  <a:pt x="976892" y="0"/>
                </a:lnTo>
                <a:lnTo>
                  <a:pt x="976892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89217" y="2638211"/>
            <a:ext cx="390654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073169"/>
                </a:solidFill>
                <a:latin typeface="Roboto Bold"/>
                <a:ea typeface="Roboto Bold"/>
                <a:cs typeface="Roboto Bold"/>
                <a:sym typeface="Roboto Bold"/>
              </a:rPr>
              <a:t>START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7178" y="2875862"/>
            <a:ext cx="165575" cy="248276"/>
          </a:xfrm>
          <a:custGeom>
            <a:avLst/>
            <a:gdLst/>
            <a:ahLst/>
            <a:cxnLst/>
            <a:rect l="l" t="t" r="r" b="b"/>
            <a:pathLst>
              <a:path w="165575" h="248276">
                <a:moveTo>
                  <a:pt x="0" y="0"/>
                </a:moveTo>
                <a:lnTo>
                  <a:pt x="165575" y="0"/>
                </a:lnTo>
                <a:lnTo>
                  <a:pt x="165575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40084" y="3037241"/>
            <a:ext cx="1299763" cy="579310"/>
          </a:xfrm>
          <a:custGeom>
            <a:avLst/>
            <a:gdLst/>
            <a:ahLst/>
            <a:cxnLst/>
            <a:rect l="l" t="t" r="r" b="b"/>
            <a:pathLst>
              <a:path w="1299763" h="579310">
                <a:moveTo>
                  <a:pt x="0" y="0"/>
                </a:moveTo>
                <a:lnTo>
                  <a:pt x="1299763" y="0"/>
                </a:lnTo>
                <a:lnTo>
                  <a:pt x="1299763" y="579311"/>
                </a:lnTo>
                <a:lnTo>
                  <a:pt x="0" y="5793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71065" y="3202499"/>
            <a:ext cx="626957" cy="28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Datang ke</a:t>
            </a:r>
          </a:p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tempat alat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7178" y="3529655"/>
            <a:ext cx="165575" cy="335172"/>
          </a:xfrm>
          <a:custGeom>
            <a:avLst/>
            <a:gdLst/>
            <a:ahLst/>
            <a:cxnLst/>
            <a:rect l="l" t="t" r="r" b="b"/>
            <a:pathLst>
              <a:path w="165575" h="335172">
                <a:moveTo>
                  <a:pt x="0" y="0"/>
                </a:moveTo>
                <a:lnTo>
                  <a:pt x="165575" y="0"/>
                </a:lnTo>
                <a:lnTo>
                  <a:pt x="165575" y="335173"/>
                </a:lnTo>
                <a:lnTo>
                  <a:pt x="0" y="3351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1436" y="3777931"/>
            <a:ext cx="1461199" cy="496552"/>
          </a:xfrm>
          <a:custGeom>
            <a:avLst/>
            <a:gdLst/>
            <a:ahLst/>
            <a:cxnLst/>
            <a:rect l="l" t="t" r="r" b="b"/>
            <a:pathLst>
              <a:path w="1461199" h="496552">
                <a:moveTo>
                  <a:pt x="0" y="0"/>
                </a:moveTo>
                <a:lnTo>
                  <a:pt x="1461198" y="0"/>
                </a:lnTo>
                <a:lnTo>
                  <a:pt x="1461198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344545" y="3936442"/>
            <a:ext cx="1079997" cy="13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lang="en-US" sz="846" b="1" spc="-8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Cek ketersediaan alat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7178" y="4187586"/>
            <a:ext cx="165575" cy="252414"/>
          </a:xfrm>
          <a:custGeom>
            <a:avLst/>
            <a:gdLst/>
            <a:ahLst/>
            <a:cxnLst/>
            <a:rect l="l" t="t" r="r" b="b"/>
            <a:pathLst>
              <a:path w="165575" h="252414">
                <a:moveTo>
                  <a:pt x="0" y="0"/>
                </a:moveTo>
                <a:lnTo>
                  <a:pt x="165575" y="0"/>
                </a:lnTo>
                <a:lnTo>
                  <a:pt x="165575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240084" y="4353103"/>
            <a:ext cx="1382551" cy="827586"/>
          </a:xfrm>
          <a:custGeom>
            <a:avLst/>
            <a:gdLst/>
            <a:ahLst/>
            <a:cxnLst/>
            <a:rect l="l" t="t" r="r" b="b"/>
            <a:pathLst>
              <a:path w="1382551" h="827586">
                <a:moveTo>
                  <a:pt x="0" y="0"/>
                </a:moveTo>
                <a:lnTo>
                  <a:pt x="1382550" y="0"/>
                </a:lnTo>
                <a:lnTo>
                  <a:pt x="1382550" y="827587"/>
                </a:lnTo>
                <a:lnTo>
                  <a:pt x="0" y="8275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02925" y="4740460"/>
            <a:ext cx="763238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Alat tersedia?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35707" y="4762759"/>
            <a:ext cx="571233" cy="169655"/>
          </a:xfrm>
          <a:custGeom>
            <a:avLst/>
            <a:gdLst/>
            <a:ahLst/>
            <a:cxnLst/>
            <a:rect l="l" t="t" r="r" b="b"/>
            <a:pathLst>
              <a:path w="571233" h="169655">
                <a:moveTo>
                  <a:pt x="0" y="0"/>
                </a:moveTo>
                <a:lnTo>
                  <a:pt x="571234" y="0"/>
                </a:lnTo>
                <a:lnTo>
                  <a:pt x="571234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607794" y="4607686"/>
            <a:ext cx="353598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ED7C35"/>
                </a:solidFill>
                <a:latin typeface="Roboto Bold"/>
                <a:ea typeface="Roboto Bold"/>
                <a:cs typeface="Roboto Bold"/>
                <a:sym typeface="Roboto Bold"/>
              </a:rPr>
              <a:t>TIDAK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24153" y="4518621"/>
            <a:ext cx="1055540" cy="579310"/>
          </a:xfrm>
          <a:custGeom>
            <a:avLst/>
            <a:gdLst/>
            <a:ahLst/>
            <a:cxnLst/>
            <a:rect l="l" t="t" r="r" b="b"/>
            <a:pathLst>
              <a:path w="1055540" h="579310">
                <a:moveTo>
                  <a:pt x="0" y="0"/>
                </a:moveTo>
                <a:lnTo>
                  <a:pt x="1055540" y="0"/>
                </a:lnTo>
                <a:lnTo>
                  <a:pt x="1055540" y="579310"/>
                </a:lnTo>
                <a:lnTo>
                  <a:pt x="0" y="57931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2306163" y="4740460"/>
            <a:ext cx="591984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Menunggu</a:t>
            </a:r>
          </a:p>
        </p:txBody>
      </p:sp>
      <p:sp>
        <p:nvSpPr>
          <p:cNvPr id="27" name="Freeform 27"/>
          <p:cNvSpPr/>
          <p:nvPr/>
        </p:nvSpPr>
        <p:spPr>
          <a:xfrm>
            <a:off x="807178" y="5093793"/>
            <a:ext cx="165575" cy="413793"/>
          </a:xfrm>
          <a:custGeom>
            <a:avLst/>
            <a:gdLst/>
            <a:ahLst/>
            <a:cxnLst/>
            <a:rect l="l" t="t" r="r" b="b"/>
            <a:pathLst>
              <a:path w="165575" h="413793">
                <a:moveTo>
                  <a:pt x="0" y="0"/>
                </a:moveTo>
                <a:lnTo>
                  <a:pt x="165575" y="0"/>
                </a:lnTo>
                <a:lnTo>
                  <a:pt x="165575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322871" y="5503448"/>
            <a:ext cx="1216976" cy="496552"/>
          </a:xfrm>
          <a:custGeom>
            <a:avLst/>
            <a:gdLst/>
            <a:ahLst/>
            <a:cxnLst/>
            <a:rect l="l" t="t" r="r" b="b"/>
            <a:pathLst>
              <a:path w="1216976" h="496552">
                <a:moveTo>
                  <a:pt x="0" y="0"/>
                </a:moveTo>
                <a:lnTo>
                  <a:pt x="1216976" y="0"/>
                </a:lnTo>
                <a:lnTo>
                  <a:pt x="1216976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574158" y="5647746"/>
            <a:ext cx="620771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Pinjam alat</a:t>
            </a:r>
          </a:p>
        </p:txBody>
      </p:sp>
      <p:sp>
        <p:nvSpPr>
          <p:cNvPr id="30" name="Freeform 30"/>
          <p:cNvSpPr/>
          <p:nvPr/>
        </p:nvSpPr>
        <p:spPr>
          <a:xfrm>
            <a:off x="1697143" y="5337931"/>
            <a:ext cx="492585" cy="417931"/>
          </a:xfrm>
          <a:custGeom>
            <a:avLst/>
            <a:gdLst/>
            <a:ahLst/>
            <a:cxnLst/>
            <a:rect l="l" t="t" r="r" b="b"/>
            <a:pathLst>
              <a:path w="492585" h="417931">
                <a:moveTo>
                  <a:pt x="0" y="0"/>
                </a:moveTo>
                <a:lnTo>
                  <a:pt x="492585" y="0"/>
                </a:lnTo>
                <a:lnTo>
                  <a:pt x="492585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2185540" y="5372674"/>
            <a:ext cx="1237623" cy="3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b="1" spc="-18">
                <a:solidFill>
                  <a:srgbClr val="073169"/>
                </a:solidFill>
                <a:latin typeface="Roboto Bold"/>
                <a:ea typeface="Roboto Bold"/>
                <a:cs typeface="Roboto Bold"/>
                <a:sym typeface="Roboto Bold"/>
              </a:rPr>
              <a:t>SEQUENCE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97143" y="5751724"/>
            <a:ext cx="492585" cy="413793"/>
          </a:xfrm>
          <a:custGeom>
            <a:avLst/>
            <a:gdLst/>
            <a:ahLst/>
            <a:cxnLst/>
            <a:rect l="l" t="t" r="r" b="b"/>
            <a:pathLst>
              <a:path w="492585" h="413793">
                <a:moveTo>
                  <a:pt x="0" y="0"/>
                </a:moveTo>
                <a:lnTo>
                  <a:pt x="492585" y="0"/>
                </a:lnTo>
                <a:lnTo>
                  <a:pt x="492585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2186920" y="5804188"/>
            <a:ext cx="1099564" cy="3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b="1" spc="-18">
                <a:solidFill>
                  <a:srgbClr val="ED7C35"/>
                </a:solidFill>
                <a:latin typeface="Roboto Bold"/>
                <a:ea typeface="Roboto Bold"/>
                <a:cs typeface="Roboto Bold"/>
                <a:sym typeface="Roboto Bold"/>
              </a:rPr>
              <a:t>DECISION</a:t>
            </a:r>
          </a:p>
        </p:txBody>
      </p:sp>
      <p:sp>
        <p:nvSpPr>
          <p:cNvPr id="34" name="Freeform 34"/>
          <p:cNvSpPr/>
          <p:nvPr/>
        </p:nvSpPr>
        <p:spPr>
          <a:xfrm>
            <a:off x="1697143" y="6161379"/>
            <a:ext cx="492585" cy="413793"/>
          </a:xfrm>
          <a:custGeom>
            <a:avLst/>
            <a:gdLst/>
            <a:ahLst/>
            <a:cxnLst/>
            <a:rect l="l" t="t" r="r" b="b"/>
            <a:pathLst>
              <a:path w="492585" h="413793">
                <a:moveTo>
                  <a:pt x="0" y="0"/>
                </a:moveTo>
                <a:lnTo>
                  <a:pt x="492585" y="0"/>
                </a:lnTo>
                <a:lnTo>
                  <a:pt x="492585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2191573" y="6224638"/>
            <a:ext cx="634308" cy="3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b="1" spc="-18">
                <a:solidFill>
                  <a:srgbClr val="073169"/>
                </a:solidFill>
                <a:latin typeface="Roboto Bold"/>
                <a:ea typeface="Roboto Bold"/>
                <a:cs typeface="Roboto Bold"/>
                <a:sym typeface="Roboto Bold"/>
              </a:rPr>
              <a:t>LOOP</a:t>
            </a:r>
          </a:p>
        </p:txBody>
      </p:sp>
      <p:sp>
        <p:nvSpPr>
          <p:cNvPr id="36" name="Freeform 36"/>
          <p:cNvSpPr/>
          <p:nvPr/>
        </p:nvSpPr>
        <p:spPr>
          <a:xfrm>
            <a:off x="78648" y="6736552"/>
            <a:ext cx="3323916" cy="662069"/>
          </a:xfrm>
          <a:custGeom>
            <a:avLst/>
            <a:gdLst/>
            <a:ahLst/>
            <a:cxnLst/>
            <a:rect l="l" t="t" r="r" b="b"/>
            <a:pathLst>
              <a:path w="3323916" h="662069">
                <a:moveTo>
                  <a:pt x="0" y="0"/>
                </a:moveTo>
                <a:lnTo>
                  <a:pt x="3323916" y="0"/>
                </a:lnTo>
                <a:lnTo>
                  <a:pt x="3323916" y="662069"/>
                </a:lnTo>
                <a:lnTo>
                  <a:pt x="0" y="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240084" y="6819310"/>
            <a:ext cx="492585" cy="496552"/>
          </a:xfrm>
          <a:custGeom>
            <a:avLst/>
            <a:gdLst/>
            <a:ahLst/>
            <a:cxnLst/>
            <a:rect l="l" t="t" r="r" b="b"/>
            <a:pathLst>
              <a:path w="492585" h="496552">
                <a:moveTo>
                  <a:pt x="0" y="0"/>
                </a:moveTo>
                <a:lnTo>
                  <a:pt x="492585" y="0"/>
                </a:lnTo>
                <a:lnTo>
                  <a:pt x="492585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769695" y="6886967"/>
            <a:ext cx="2385160" cy="37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3"/>
              </a:lnSpc>
            </a:pPr>
            <a:r>
              <a:rPr lang="en-US" sz="1252" b="1" spc="-12">
                <a:solidFill>
                  <a:srgbClr val="073169"/>
                </a:solidFill>
                <a:latin typeface="Roboto Bold"/>
                <a:ea typeface="Roboto Bold"/>
                <a:cs typeface="Roboto Bold"/>
                <a:sym typeface="Roboto Bold"/>
              </a:rPr>
              <a:t>Flowchart </a:t>
            </a:r>
            <a:r>
              <a:rPr lang="en-US" sz="1252" spc="-12">
                <a:solidFill>
                  <a:srgbClr val="161C29"/>
                </a:solidFill>
                <a:latin typeface="Roboto"/>
                <a:ea typeface="Roboto"/>
                <a:cs typeface="Roboto"/>
                <a:sym typeface="Roboto"/>
              </a:rPr>
              <a:t>membantu kita melihat alur berpikir secara visual.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5008" y="205884"/>
            <a:ext cx="1164217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1"/>
              </a:lnSpc>
            </a:pPr>
            <a:r>
              <a:rPr lang="en-US" sz="959" b="1" spc="-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INFORMATIKA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21193" y="204028"/>
            <a:ext cx="187119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161C29"/>
                </a:solidFill>
                <a:latin typeface="Roboto Bold"/>
                <a:ea typeface="Roboto Bold"/>
                <a:cs typeface="Roboto Bold"/>
                <a:sym typeface="Roboto Bold"/>
              </a:rPr>
              <a:t>1/6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1075" y="5238361"/>
            <a:ext cx="159496" cy="1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955" b="1" spc="-9">
                <a:solidFill>
                  <a:srgbClr val="073169"/>
                </a:solidFill>
                <a:latin typeface="Roboto Bold"/>
                <a:ea typeface="Roboto Bold"/>
                <a:cs typeface="Roboto Bold"/>
                <a:sym typeface="Roboto Bold"/>
              </a:rPr>
              <a:t>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564000" cy="7560000"/>
          </a:xfrm>
          <a:custGeom>
            <a:avLst/>
            <a:gdLst/>
            <a:ahLst/>
            <a:cxnLst/>
            <a:rect l="l" t="t" r="r" b="b"/>
            <a:pathLst>
              <a:path w="3564000" h="7560000">
                <a:moveTo>
                  <a:pt x="0" y="0"/>
                </a:moveTo>
                <a:lnTo>
                  <a:pt x="3564000" y="0"/>
                </a:lnTo>
                <a:lnTo>
                  <a:pt x="3564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914118" y="0"/>
            <a:ext cx="649882" cy="413793"/>
          </a:xfrm>
          <a:custGeom>
            <a:avLst/>
            <a:gdLst/>
            <a:ahLst/>
            <a:cxnLst/>
            <a:rect l="l" t="t" r="r" b="b"/>
            <a:pathLst>
              <a:path w="649882" h="413793">
                <a:moveTo>
                  <a:pt x="0" y="0"/>
                </a:moveTo>
                <a:lnTo>
                  <a:pt x="649882" y="0"/>
                </a:lnTo>
                <a:lnTo>
                  <a:pt x="649882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094960" y="10743"/>
            <a:ext cx="339405" cy="3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</a:t>
            </a:r>
            <a:r>
              <a:rPr lang="en-US" sz="1928" b="1">
                <a:solidFill>
                  <a:srgbClr val="F4BA1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/</a:t>
            </a: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6</a:t>
            </a:r>
          </a:p>
        </p:txBody>
      </p:sp>
      <p:sp>
        <p:nvSpPr>
          <p:cNvPr id="5" name="Freeform 5"/>
          <p:cNvSpPr/>
          <p:nvPr/>
        </p:nvSpPr>
        <p:spPr>
          <a:xfrm>
            <a:off x="78648" y="409655"/>
            <a:ext cx="654021" cy="579310"/>
          </a:xfrm>
          <a:custGeom>
            <a:avLst/>
            <a:gdLst/>
            <a:ahLst/>
            <a:cxnLst/>
            <a:rect l="l" t="t" r="r" b="b"/>
            <a:pathLst>
              <a:path w="654021" h="579310">
                <a:moveTo>
                  <a:pt x="0" y="0"/>
                </a:moveTo>
                <a:lnTo>
                  <a:pt x="654021" y="0"/>
                </a:lnTo>
                <a:lnTo>
                  <a:pt x="654021" y="579311"/>
                </a:lnTo>
                <a:lnTo>
                  <a:pt x="0" y="57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01519" y="653793"/>
            <a:ext cx="409798" cy="335172"/>
          </a:xfrm>
          <a:custGeom>
            <a:avLst/>
            <a:gdLst/>
            <a:ahLst/>
            <a:cxnLst/>
            <a:rect l="l" t="t" r="r" b="b"/>
            <a:pathLst>
              <a:path w="409798" h="335172">
                <a:moveTo>
                  <a:pt x="0" y="0"/>
                </a:moveTo>
                <a:lnTo>
                  <a:pt x="409798" y="0"/>
                </a:lnTo>
                <a:lnTo>
                  <a:pt x="409798" y="335173"/>
                </a:lnTo>
                <a:lnTo>
                  <a:pt x="0" y="335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99687" y="304794"/>
            <a:ext cx="1474278" cy="5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b="1">
                <a:solidFill>
                  <a:srgbClr val="1327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 Simbol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1097" y="763126"/>
            <a:ext cx="2333257" cy="3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928" b="1">
                <a:solidFill>
                  <a:srgbClr val="1327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yang Perlu Kamu Kenal</a:t>
            </a:r>
          </a:p>
        </p:txBody>
      </p:sp>
      <p:sp>
        <p:nvSpPr>
          <p:cNvPr id="9" name="Freeform 9"/>
          <p:cNvSpPr/>
          <p:nvPr/>
        </p:nvSpPr>
        <p:spPr>
          <a:xfrm>
            <a:off x="807178" y="1150345"/>
            <a:ext cx="2028293" cy="82759"/>
          </a:xfrm>
          <a:custGeom>
            <a:avLst/>
            <a:gdLst/>
            <a:ahLst/>
            <a:cxnLst/>
            <a:rect l="l" t="t" r="r" b="b"/>
            <a:pathLst>
              <a:path w="2028293" h="82759">
                <a:moveTo>
                  <a:pt x="0" y="0"/>
                </a:moveTo>
                <a:lnTo>
                  <a:pt x="2028292" y="0"/>
                </a:lnTo>
                <a:lnTo>
                  <a:pt x="2028292" y="82758"/>
                </a:lnTo>
                <a:lnTo>
                  <a:pt x="0" y="827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8648" y="1477241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62955" y="1477241"/>
            <a:ext cx="1543986" cy="744828"/>
          </a:xfrm>
          <a:custGeom>
            <a:avLst/>
            <a:gdLst/>
            <a:ahLst/>
            <a:cxnLst/>
            <a:rect l="l" t="t" r="r" b="b"/>
            <a:pathLst>
              <a:path w="1543986" h="744828">
                <a:moveTo>
                  <a:pt x="0" y="0"/>
                </a:moveTo>
                <a:lnTo>
                  <a:pt x="1543986" y="0"/>
                </a:lnTo>
                <a:lnTo>
                  <a:pt x="1543986" y="744828"/>
                </a:lnTo>
                <a:lnTo>
                  <a:pt x="0" y="744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88360" y="1724255"/>
            <a:ext cx="960128" cy="22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8"/>
              </a:lnSpc>
            </a:pPr>
            <a:r>
              <a:rPr lang="en-US" sz="1227" b="1">
                <a:solidFill>
                  <a:srgbClr val="272727"/>
                </a:solidFill>
                <a:latin typeface="Roboto Bold"/>
                <a:ea typeface="Roboto Bold"/>
                <a:cs typeface="Roboto Bold"/>
                <a:sym typeface="Roboto Bold"/>
              </a:rPr>
              <a:t>START / END</a:t>
            </a:r>
          </a:p>
        </p:txBody>
      </p:sp>
      <p:sp>
        <p:nvSpPr>
          <p:cNvPr id="13" name="Freeform 13"/>
          <p:cNvSpPr/>
          <p:nvPr/>
        </p:nvSpPr>
        <p:spPr>
          <a:xfrm>
            <a:off x="2264237" y="1477241"/>
            <a:ext cx="1138328" cy="413793"/>
          </a:xfrm>
          <a:custGeom>
            <a:avLst/>
            <a:gdLst/>
            <a:ahLst/>
            <a:cxnLst/>
            <a:rect l="l" t="t" r="r" b="b"/>
            <a:pathLst>
              <a:path w="1138328" h="413793">
                <a:moveTo>
                  <a:pt x="0" y="0"/>
                </a:moveTo>
                <a:lnTo>
                  <a:pt x="1138327" y="0"/>
                </a:lnTo>
                <a:lnTo>
                  <a:pt x="1138327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371814" y="1601039"/>
            <a:ext cx="882696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TERMINATOR</a:t>
            </a:r>
          </a:p>
        </p:txBody>
      </p:sp>
      <p:sp>
        <p:nvSpPr>
          <p:cNvPr id="15" name="Freeform 15"/>
          <p:cNvSpPr/>
          <p:nvPr/>
        </p:nvSpPr>
        <p:spPr>
          <a:xfrm>
            <a:off x="2347024" y="1886897"/>
            <a:ext cx="86927" cy="169655"/>
          </a:xfrm>
          <a:custGeom>
            <a:avLst/>
            <a:gdLst/>
            <a:ahLst/>
            <a:cxnLst/>
            <a:rect l="l" t="t" r="r" b="b"/>
            <a:pathLst>
              <a:path w="86927" h="169655">
                <a:moveTo>
                  <a:pt x="0" y="0"/>
                </a:moveTo>
                <a:lnTo>
                  <a:pt x="86927" y="0"/>
                </a:lnTo>
                <a:lnTo>
                  <a:pt x="86927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372640" y="2043684"/>
            <a:ext cx="800106" cy="17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027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START / END</a:t>
            </a:r>
          </a:p>
        </p:txBody>
      </p:sp>
      <p:sp>
        <p:nvSpPr>
          <p:cNvPr id="17" name="Freeform 17"/>
          <p:cNvSpPr/>
          <p:nvPr/>
        </p:nvSpPr>
        <p:spPr>
          <a:xfrm>
            <a:off x="78648" y="2544828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562955" y="2544828"/>
            <a:ext cx="1543986" cy="827586"/>
          </a:xfrm>
          <a:custGeom>
            <a:avLst/>
            <a:gdLst/>
            <a:ahLst/>
            <a:cxnLst/>
            <a:rect l="l" t="t" r="r" b="b"/>
            <a:pathLst>
              <a:path w="1543986" h="827586">
                <a:moveTo>
                  <a:pt x="0" y="0"/>
                </a:moveTo>
                <a:lnTo>
                  <a:pt x="1543986" y="0"/>
                </a:lnTo>
                <a:lnTo>
                  <a:pt x="1543986" y="827586"/>
                </a:lnTo>
                <a:lnTo>
                  <a:pt x="0" y="8275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952756" y="2851324"/>
            <a:ext cx="785340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272727"/>
                </a:solidFill>
                <a:latin typeface="Roboto Bold"/>
                <a:ea typeface="Roboto Bold"/>
                <a:cs typeface="Roboto Bold"/>
                <a:sym typeface="Roboto Bold"/>
              </a:rPr>
              <a:t>Periksa APD</a:t>
            </a:r>
          </a:p>
        </p:txBody>
      </p:sp>
      <p:sp>
        <p:nvSpPr>
          <p:cNvPr id="20" name="Freeform 20"/>
          <p:cNvSpPr/>
          <p:nvPr/>
        </p:nvSpPr>
        <p:spPr>
          <a:xfrm>
            <a:off x="2264237" y="2544828"/>
            <a:ext cx="1138328" cy="413793"/>
          </a:xfrm>
          <a:custGeom>
            <a:avLst/>
            <a:gdLst/>
            <a:ahLst/>
            <a:cxnLst/>
            <a:rect l="l" t="t" r="r" b="b"/>
            <a:pathLst>
              <a:path w="1138328" h="413793">
                <a:moveTo>
                  <a:pt x="0" y="0"/>
                </a:moveTo>
                <a:lnTo>
                  <a:pt x="1138327" y="0"/>
                </a:lnTo>
                <a:lnTo>
                  <a:pt x="1138327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74461" y="2652164"/>
            <a:ext cx="618004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</a:t>
            </a:r>
          </a:p>
        </p:txBody>
      </p:sp>
      <p:sp>
        <p:nvSpPr>
          <p:cNvPr id="22" name="Freeform 22"/>
          <p:cNvSpPr/>
          <p:nvPr/>
        </p:nvSpPr>
        <p:spPr>
          <a:xfrm>
            <a:off x="2347024" y="2954483"/>
            <a:ext cx="86927" cy="169655"/>
          </a:xfrm>
          <a:custGeom>
            <a:avLst/>
            <a:gdLst/>
            <a:ahLst/>
            <a:cxnLst/>
            <a:rect l="l" t="t" r="r" b="b"/>
            <a:pathLst>
              <a:path w="86927" h="169655">
                <a:moveTo>
                  <a:pt x="0" y="0"/>
                </a:moveTo>
                <a:lnTo>
                  <a:pt x="86927" y="0"/>
                </a:lnTo>
                <a:lnTo>
                  <a:pt x="86927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2373092" y="3105873"/>
            <a:ext cx="754890" cy="17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027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Periksa APD</a:t>
            </a:r>
          </a:p>
        </p:txBody>
      </p:sp>
      <p:sp>
        <p:nvSpPr>
          <p:cNvPr id="24" name="Freeform 24"/>
          <p:cNvSpPr/>
          <p:nvPr/>
        </p:nvSpPr>
        <p:spPr>
          <a:xfrm>
            <a:off x="78648" y="3612414"/>
            <a:ext cx="409798" cy="417931"/>
          </a:xfrm>
          <a:custGeom>
            <a:avLst/>
            <a:gdLst/>
            <a:ahLst/>
            <a:cxnLst/>
            <a:rect l="l" t="t" r="r" b="b"/>
            <a:pathLst>
              <a:path w="409798" h="417931">
                <a:moveTo>
                  <a:pt x="0" y="0"/>
                </a:moveTo>
                <a:lnTo>
                  <a:pt x="409798" y="0"/>
                </a:lnTo>
                <a:lnTo>
                  <a:pt x="40979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562955" y="3612414"/>
            <a:ext cx="1626774" cy="827586"/>
          </a:xfrm>
          <a:custGeom>
            <a:avLst/>
            <a:gdLst/>
            <a:ahLst/>
            <a:cxnLst/>
            <a:rect l="l" t="t" r="r" b="b"/>
            <a:pathLst>
              <a:path w="1626774" h="827586">
                <a:moveTo>
                  <a:pt x="0" y="0"/>
                </a:moveTo>
                <a:lnTo>
                  <a:pt x="1626773" y="0"/>
                </a:lnTo>
                <a:lnTo>
                  <a:pt x="1626773" y="827586"/>
                </a:lnTo>
                <a:lnTo>
                  <a:pt x="0" y="82758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867468" y="3935642"/>
            <a:ext cx="961005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272727"/>
                </a:solidFill>
                <a:latin typeface="Roboto Bold"/>
                <a:ea typeface="Roboto Bold"/>
                <a:cs typeface="Roboto Bold"/>
                <a:sym typeface="Roboto Bold"/>
              </a:rPr>
              <a:t>Masukkan data</a:t>
            </a:r>
          </a:p>
        </p:txBody>
      </p:sp>
      <p:sp>
        <p:nvSpPr>
          <p:cNvPr id="27" name="Freeform 27"/>
          <p:cNvSpPr/>
          <p:nvPr/>
        </p:nvSpPr>
        <p:spPr>
          <a:xfrm>
            <a:off x="2264237" y="3612414"/>
            <a:ext cx="1221115" cy="417931"/>
          </a:xfrm>
          <a:custGeom>
            <a:avLst/>
            <a:gdLst/>
            <a:ahLst/>
            <a:cxnLst/>
            <a:rect l="l" t="t" r="r" b="b"/>
            <a:pathLst>
              <a:path w="1221115" h="417931">
                <a:moveTo>
                  <a:pt x="0" y="0"/>
                </a:moveTo>
                <a:lnTo>
                  <a:pt x="1221115" y="0"/>
                </a:lnTo>
                <a:lnTo>
                  <a:pt x="1221115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2369902" y="3736481"/>
            <a:ext cx="1073860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INPUT / OUTPUT</a:t>
            </a:r>
          </a:p>
        </p:txBody>
      </p:sp>
      <p:sp>
        <p:nvSpPr>
          <p:cNvPr id="29" name="Freeform 29"/>
          <p:cNvSpPr/>
          <p:nvPr/>
        </p:nvSpPr>
        <p:spPr>
          <a:xfrm>
            <a:off x="2347024" y="4026207"/>
            <a:ext cx="86927" cy="165517"/>
          </a:xfrm>
          <a:custGeom>
            <a:avLst/>
            <a:gdLst/>
            <a:ahLst/>
            <a:cxnLst/>
            <a:rect l="l" t="t" r="r" b="b"/>
            <a:pathLst>
              <a:path w="86927" h="165517">
                <a:moveTo>
                  <a:pt x="0" y="0"/>
                </a:moveTo>
                <a:lnTo>
                  <a:pt x="86927" y="0"/>
                </a:lnTo>
                <a:lnTo>
                  <a:pt x="86927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371403" y="4179126"/>
            <a:ext cx="923745" cy="17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027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Masukkan data</a:t>
            </a:r>
          </a:p>
        </p:txBody>
      </p:sp>
      <p:sp>
        <p:nvSpPr>
          <p:cNvPr id="31" name="Freeform 31"/>
          <p:cNvSpPr/>
          <p:nvPr/>
        </p:nvSpPr>
        <p:spPr>
          <a:xfrm>
            <a:off x="78648" y="4762759"/>
            <a:ext cx="409798" cy="417931"/>
          </a:xfrm>
          <a:custGeom>
            <a:avLst/>
            <a:gdLst/>
            <a:ahLst/>
            <a:cxnLst/>
            <a:rect l="l" t="t" r="r" b="b"/>
            <a:pathLst>
              <a:path w="409798" h="417931">
                <a:moveTo>
                  <a:pt x="0" y="0"/>
                </a:moveTo>
                <a:lnTo>
                  <a:pt x="409798" y="0"/>
                </a:lnTo>
                <a:lnTo>
                  <a:pt x="40979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28537" y="4759985"/>
            <a:ext cx="127863" cy="33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</a:t>
            </a:r>
          </a:p>
        </p:txBody>
      </p:sp>
      <p:sp>
        <p:nvSpPr>
          <p:cNvPr id="33" name="Freeform 33"/>
          <p:cNvSpPr/>
          <p:nvPr/>
        </p:nvSpPr>
        <p:spPr>
          <a:xfrm>
            <a:off x="562955" y="4601379"/>
            <a:ext cx="1465338" cy="1071724"/>
          </a:xfrm>
          <a:custGeom>
            <a:avLst/>
            <a:gdLst/>
            <a:ahLst/>
            <a:cxnLst/>
            <a:rect l="l" t="t" r="r" b="b"/>
            <a:pathLst>
              <a:path w="1465338" h="1071724">
                <a:moveTo>
                  <a:pt x="0" y="0"/>
                </a:moveTo>
                <a:lnTo>
                  <a:pt x="1465338" y="0"/>
                </a:lnTo>
                <a:lnTo>
                  <a:pt x="1465338" y="1071724"/>
                </a:lnTo>
                <a:lnTo>
                  <a:pt x="0" y="107172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878733" y="5019960"/>
            <a:ext cx="878668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272727"/>
                </a:solidFill>
                <a:latin typeface="Roboto Bold"/>
                <a:ea typeface="Roboto Bold"/>
                <a:cs typeface="Roboto Bold"/>
                <a:sym typeface="Roboto Bold"/>
              </a:rPr>
              <a:t>APD lengkap?</a:t>
            </a:r>
          </a:p>
        </p:txBody>
      </p:sp>
      <p:sp>
        <p:nvSpPr>
          <p:cNvPr id="35" name="Freeform 35"/>
          <p:cNvSpPr/>
          <p:nvPr/>
        </p:nvSpPr>
        <p:spPr>
          <a:xfrm>
            <a:off x="2264237" y="4762759"/>
            <a:ext cx="1138328" cy="335172"/>
          </a:xfrm>
          <a:custGeom>
            <a:avLst/>
            <a:gdLst/>
            <a:ahLst/>
            <a:cxnLst/>
            <a:rect l="l" t="t" r="r" b="b"/>
            <a:pathLst>
              <a:path w="1138328" h="335172">
                <a:moveTo>
                  <a:pt x="0" y="0"/>
                </a:moveTo>
                <a:lnTo>
                  <a:pt x="1138327" y="0"/>
                </a:lnTo>
                <a:lnTo>
                  <a:pt x="1138327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2374403" y="4820799"/>
            <a:ext cx="623738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DECISION</a:t>
            </a:r>
          </a:p>
        </p:txBody>
      </p:sp>
      <p:sp>
        <p:nvSpPr>
          <p:cNvPr id="37" name="Freeform 37"/>
          <p:cNvSpPr/>
          <p:nvPr/>
        </p:nvSpPr>
        <p:spPr>
          <a:xfrm>
            <a:off x="2347024" y="5093793"/>
            <a:ext cx="86927" cy="165517"/>
          </a:xfrm>
          <a:custGeom>
            <a:avLst/>
            <a:gdLst/>
            <a:ahLst/>
            <a:cxnLst/>
            <a:rect l="l" t="t" r="r" b="b"/>
            <a:pathLst>
              <a:path w="86927" h="165517">
                <a:moveTo>
                  <a:pt x="0" y="0"/>
                </a:moveTo>
                <a:lnTo>
                  <a:pt x="86927" y="0"/>
                </a:lnTo>
                <a:lnTo>
                  <a:pt x="86927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2372195" y="5263444"/>
            <a:ext cx="844600" cy="17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027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APD lengkap?</a:t>
            </a:r>
          </a:p>
        </p:txBody>
      </p:sp>
      <p:sp>
        <p:nvSpPr>
          <p:cNvPr id="39" name="Freeform 39"/>
          <p:cNvSpPr/>
          <p:nvPr/>
        </p:nvSpPr>
        <p:spPr>
          <a:xfrm>
            <a:off x="78648" y="5830345"/>
            <a:ext cx="409798" cy="417931"/>
          </a:xfrm>
          <a:custGeom>
            <a:avLst/>
            <a:gdLst/>
            <a:ahLst/>
            <a:cxnLst/>
            <a:rect l="l" t="t" r="r" b="b"/>
            <a:pathLst>
              <a:path w="409798" h="417931">
                <a:moveTo>
                  <a:pt x="0" y="0"/>
                </a:moveTo>
                <a:lnTo>
                  <a:pt x="409798" y="0"/>
                </a:lnTo>
                <a:lnTo>
                  <a:pt x="40979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227749" y="5852781"/>
            <a:ext cx="127863" cy="3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</a:t>
            </a:r>
          </a:p>
        </p:txBody>
      </p:sp>
      <p:sp>
        <p:nvSpPr>
          <p:cNvPr id="41" name="Freeform 41"/>
          <p:cNvSpPr/>
          <p:nvPr/>
        </p:nvSpPr>
        <p:spPr>
          <a:xfrm>
            <a:off x="645742" y="5913103"/>
            <a:ext cx="1543986" cy="252414"/>
          </a:xfrm>
          <a:custGeom>
            <a:avLst/>
            <a:gdLst/>
            <a:ahLst/>
            <a:cxnLst/>
            <a:rect l="l" t="t" r="r" b="b"/>
            <a:pathLst>
              <a:path w="1543986" h="252414">
                <a:moveTo>
                  <a:pt x="0" y="0"/>
                </a:moveTo>
                <a:lnTo>
                  <a:pt x="1543986" y="0"/>
                </a:lnTo>
                <a:lnTo>
                  <a:pt x="1543986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2264237" y="5830345"/>
            <a:ext cx="1138328" cy="417931"/>
          </a:xfrm>
          <a:custGeom>
            <a:avLst/>
            <a:gdLst/>
            <a:ahLst/>
            <a:cxnLst/>
            <a:rect l="l" t="t" r="r" b="b"/>
            <a:pathLst>
              <a:path w="1138328" h="417931">
                <a:moveTo>
                  <a:pt x="0" y="0"/>
                </a:moveTo>
                <a:lnTo>
                  <a:pt x="1138327" y="0"/>
                </a:lnTo>
                <a:lnTo>
                  <a:pt x="1138327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2373991" y="5916182"/>
            <a:ext cx="664975" cy="1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FLOWLINE</a:t>
            </a:r>
          </a:p>
        </p:txBody>
      </p:sp>
      <p:sp>
        <p:nvSpPr>
          <p:cNvPr id="44" name="Freeform 44"/>
          <p:cNvSpPr/>
          <p:nvPr/>
        </p:nvSpPr>
        <p:spPr>
          <a:xfrm>
            <a:off x="2347024" y="6244138"/>
            <a:ext cx="86927" cy="86897"/>
          </a:xfrm>
          <a:custGeom>
            <a:avLst/>
            <a:gdLst/>
            <a:ahLst/>
            <a:cxnLst/>
            <a:rect l="l" t="t" r="r" b="b"/>
            <a:pathLst>
              <a:path w="86927" h="86897">
                <a:moveTo>
                  <a:pt x="0" y="0"/>
                </a:moveTo>
                <a:lnTo>
                  <a:pt x="86927" y="0"/>
                </a:lnTo>
                <a:lnTo>
                  <a:pt x="86927" y="86896"/>
                </a:lnTo>
                <a:lnTo>
                  <a:pt x="0" y="8689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2372154" y="6358760"/>
            <a:ext cx="848697" cy="37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menunjukkan arah proses.</a:t>
            </a:r>
          </a:p>
        </p:txBody>
      </p:sp>
      <p:sp>
        <p:nvSpPr>
          <p:cNvPr id="46" name="Freeform 46"/>
          <p:cNvSpPr/>
          <p:nvPr/>
        </p:nvSpPr>
        <p:spPr>
          <a:xfrm>
            <a:off x="0" y="6571034"/>
            <a:ext cx="1055540" cy="988966"/>
          </a:xfrm>
          <a:custGeom>
            <a:avLst/>
            <a:gdLst/>
            <a:ahLst/>
            <a:cxnLst/>
            <a:rect l="l" t="t" r="r" b="b"/>
            <a:pathLst>
              <a:path w="1055540" h="988966">
                <a:moveTo>
                  <a:pt x="0" y="0"/>
                </a:moveTo>
                <a:lnTo>
                  <a:pt x="1055540" y="0"/>
                </a:lnTo>
                <a:lnTo>
                  <a:pt x="1055540" y="988966"/>
                </a:lnTo>
                <a:lnTo>
                  <a:pt x="0" y="98896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2508460" y="6902069"/>
            <a:ext cx="894105" cy="579310"/>
          </a:xfrm>
          <a:custGeom>
            <a:avLst/>
            <a:gdLst/>
            <a:ahLst/>
            <a:cxnLst/>
            <a:rect l="l" t="t" r="r" b="b"/>
            <a:pathLst>
              <a:path w="894105" h="579310">
                <a:moveTo>
                  <a:pt x="0" y="0"/>
                </a:moveTo>
                <a:lnTo>
                  <a:pt x="894104" y="0"/>
                </a:lnTo>
                <a:lnTo>
                  <a:pt x="894104" y="579310"/>
                </a:lnTo>
                <a:lnTo>
                  <a:pt x="0" y="57931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227749" y="1537639"/>
            <a:ext cx="127863" cy="3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27749" y="3673081"/>
            <a:ext cx="127863" cy="33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28537" y="2586325"/>
            <a:ext cx="127863" cy="33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564000" cy="7560000"/>
          </a:xfrm>
          <a:custGeom>
            <a:avLst/>
            <a:gdLst/>
            <a:ahLst/>
            <a:cxnLst/>
            <a:rect l="l" t="t" r="r" b="b"/>
            <a:pathLst>
              <a:path w="3564000" h="7560000">
                <a:moveTo>
                  <a:pt x="0" y="0"/>
                </a:moveTo>
                <a:lnTo>
                  <a:pt x="3564000" y="0"/>
                </a:lnTo>
                <a:lnTo>
                  <a:pt x="3564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8648" y="78621"/>
            <a:ext cx="571233" cy="500690"/>
          </a:xfrm>
          <a:custGeom>
            <a:avLst/>
            <a:gdLst/>
            <a:ahLst/>
            <a:cxnLst/>
            <a:rect l="l" t="t" r="r" b="b"/>
            <a:pathLst>
              <a:path w="571233" h="500690">
                <a:moveTo>
                  <a:pt x="0" y="0"/>
                </a:moveTo>
                <a:lnTo>
                  <a:pt x="571234" y="0"/>
                </a:lnTo>
                <a:lnTo>
                  <a:pt x="571234" y="500689"/>
                </a:lnTo>
                <a:lnTo>
                  <a:pt x="0" y="50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0084" y="161379"/>
            <a:ext cx="248362" cy="335172"/>
          </a:xfrm>
          <a:custGeom>
            <a:avLst/>
            <a:gdLst/>
            <a:ahLst/>
            <a:cxnLst/>
            <a:rect l="l" t="t" r="r" b="b"/>
            <a:pathLst>
              <a:path w="248362" h="335172">
                <a:moveTo>
                  <a:pt x="0" y="0"/>
                </a:moveTo>
                <a:lnTo>
                  <a:pt x="248362" y="0"/>
                </a:lnTo>
                <a:lnTo>
                  <a:pt x="248362" y="335173"/>
                </a:lnTo>
                <a:lnTo>
                  <a:pt x="0" y="33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5742" y="78621"/>
            <a:ext cx="2595387" cy="744828"/>
          </a:xfrm>
          <a:custGeom>
            <a:avLst/>
            <a:gdLst/>
            <a:ahLst/>
            <a:cxnLst/>
            <a:rect l="l" t="t" r="r" b="b"/>
            <a:pathLst>
              <a:path w="2595387" h="744828">
                <a:moveTo>
                  <a:pt x="0" y="0"/>
                </a:moveTo>
                <a:lnTo>
                  <a:pt x="2595387" y="0"/>
                </a:lnTo>
                <a:lnTo>
                  <a:pt x="2595387" y="744827"/>
                </a:lnTo>
                <a:lnTo>
                  <a:pt x="0" y="74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5742" y="819310"/>
            <a:ext cx="654021" cy="169655"/>
          </a:xfrm>
          <a:custGeom>
            <a:avLst/>
            <a:gdLst/>
            <a:ahLst/>
            <a:cxnLst/>
            <a:rect l="l" t="t" r="r" b="b"/>
            <a:pathLst>
              <a:path w="654021" h="169655">
                <a:moveTo>
                  <a:pt x="0" y="0"/>
                </a:moveTo>
                <a:lnTo>
                  <a:pt x="654021" y="0"/>
                </a:lnTo>
                <a:lnTo>
                  <a:pt x="654021" y="169656"/>
                </a:lnTo>
                <a:lnTo>
                  <a:pt x="0" y="169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8648" y="984828"/>
            <a:ext cx="3323916" cy="2470345"/>
          </a:xfrm>
          <a:custGeom>
            <a:avLst/>
            <a:gdLst/>
            <a:ahLst/>
            <a:cxnLst/>
            <a:rect l="l" t="t" r="r" b="b"/>
            <a:pathLst>
              <a:path w="3323916" h="2470345">
                <a:moveTo>
                  <a:pt x="0" y="0"/>
                </a:moveTo>
                <a:lnTo>
                  <a:pt x="3323916" y="0"/>
                </a:lnTo>
                <a:lnTo>
                  <a:pt x="3323916" y="2470344"/>
                </a:lnTo>
                <a:lnTo>
                  <a:pt x="0" y="24703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8648" y="984828"/>
            <a:ext cx="3323916" cy="331034"/>
          </a:xfrm>
          <a:custGeom>
            <a:avLst/>
            <a:gdLst/>
            <a:ahLst/>
            <a:cxnLst/>
            <a:rect l="l" t="t" r="r" b="b"/>
            <a:pathLst>
              <a:path w="3323916" h="331034">
                <a:moveTo>
                  <a:pt x="0" y="0"/>
                </a:moveTo>
                <a:lnTo>
                  <a:pt x="3323916" y="0"/>
                </a:lnTo>
                <a:lnTo>
                  <a:pt x="3323916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8648" y="984828"/>
            <a:ext cx="409798" cy="331034"/>
          </a:xfrm>
          <a:custGeom>
            <a:avLst/>
            <a:gdLst/>
            <a:ahLst/>
            <a:cxnLst/>
            <a:rect l="l" t="t" r="r" b="b"/>
            <a:pathLst>
              <a:path w="409798" h="331034">
                <a:moveTo>
                  <a:pt x="0" y="0"/>
                </a:moveTo>
                <a:lnTo>
                  <a:pt x="409798" y="0"/>
                </a:lnTo>
                <a:lnTo>
                  <a:pt x="409798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40084" y="1067586"/>
            <a:ext cx="165575" cy="248276"/>
          </a:xfrm>
          <a:custGeom>
            <a:avLst/>
            <a:gdLst/>
            <a:ahLst/>
            <a:cxnLst/>
            <a:rect l="l" t="t" r="r" b="b"/>
            <a:pathLst>
              <a:path w="165575" h="248276">
                <a:moveTo>
                  <a:pt x="0" y="0"/>
                </a:moveTo>
                <a:lnTo>
                  <a:pt x="165575" y="0"/>
                </a:lnTo>
                <a:lnTo>
                  <a:pt x="165575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4307" y="1067586"/>
            <a:ext cx="1784070" cy="248276"/>
          </a:xfrm>
          <a:custGeom>
            <a:avLst/>
            <a:gdLst/>
            <a:ahLst/>
            <a:cxnLst/>
            <a:rect l="l" t="t" r="r" b="b"/>
            <a:pathLst>
              <a:path w="1784070" h="248276">
                <a:moveTo>
                  <a:pt x="0" y="0"/>
                </a:moveTo>
                <a:lnTo>
                  <a:pt x="1784069" y="0"/>
                </a:lnTo>
                <a:lnTo>
                  <a:pt x="1784069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12836" y="1311724"/>
            <a:ext cx="1138328" cy="417931"/>
          </a:xfrm>
          <a:custGeom>
            <a:avLst/>
            <a:gdLst/>
            <a:ahLst/>
            <a:cxnLst/>
            <a:rect l="l" t="t" r="r" b="b"/>
            <a:pathLst>
              <a:path w="1138328" h="417931">
                <a:moveTo>
                  <a:pt x="0" y="0"/>
                </a:moveTo>
                <a:lnTo>
                  <a:pt x="1138328" y="0"/>
                </a:lnTo>
                <a:lnTo>
                  <a:pt x="113832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535707" y="1477241"/>
            <a:ext cx="492585" cy="169655"/>
          </a:xfrm>
          <a:custGeom>
            <a:avLst/>
            <a:gdLst/>
            <a:ahLst/>
            <a:cxnLst/>
            <a:rect l="l" t="t" r="r" b="b"/>
            <a:pathLst>
              <a:path w="492585" h="169655">
                <a:moveTo>
                  <a:pt x="0" y="0"/>
                </a:moveTo>
                <a:lnTo>
                  <a:pt x="492586" y="0"/>
                </a:lnTo>
                <a:lnTo>
                  <a:pt x="492586" y="169656"/>
                </a:lnTo>
                <a:lnTo>
                  <a:pt x="0" y="1696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7143" y="1642759"/>
            <a:ext cx="169714" cy="165517"/>
          </a:xfrm>
          <a:custGeom>
            <a:avLst/>
            <a:gdLst/>
            <a:ahLst/>
            <a:cxnLst/>
            <a:rect l="l" t="t" r="r" b="b"/>
            <a:pathLst>
              <a:path w="169714" h="165517">
                <a:moveTo>
                  <a:pt x="0" y="0"/>
                </a:moveTo>
                <a:lnTo>
                  <a:pt x="169714" y="0"/>
                </a:lnTo>
                <a:lnTo>
                  <a:pt x="169714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212836" y="1804138"/>
            <a:ext cx="1138328" cy="335172"/>
          </a:xfrm>
          <a:custGeom>
            <a:avLst/>
            <a:gdLst/>
            <a:ahLst/>
            <a:cxnLst/>
            <a:rect l="l" t="t" r="r" b="b"/>
            <a:pathLst>
              <a:path w="1138328" h="335172">
                <a:moveTo>
                  <a:pt x="0" y="0"/>
                </a:moveTo>
                <a:lnTo>
                  <a:pt x="1138328" y="0"/>
                </a:lnTo>
                <a:lnTo>
                  <a:pt x="1138328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57059" y="1886897"/>
            <a:ext cx="571233" cy="169655"/>
          </a:xfrm>
          <a:custGeom>
            <a:avLst/>
            <a:gdLst/>
            <a:ahLst/>
            <a:cxnLst/>
            <a:rect l="l" t="t" r="r" b="b"/>
            <a:pathLst>
              <a:path w="571233" h="169655">
                <a:moveTo>
                  <a:pt x="0" y="0"/>
                </a:moveTo>
                <a:lnTo>
                  <a:pt x="571234" y="0"/>
                </a:lnTo>
                <a:lnTo>
                  <a:pt x="571234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97143" y="2052414"/>
            <a:ext cx="169714" cy="252414"/>
          </a:xfrm>
          <a:custGeom>
            <a:avLst/>
            <a:gdLst/>
            <a:ahLst/>
            <a:cxnLst/>
            <a:rect l="l" t="t" r="r" b="b"/>
            <a:pathLst>
              <a:path w="169714" h="252414">
                <a:moveTo>
                  <a:pt x="0" y="0"/>
                </a:moveTo>
                <a:lnTo>
                  <a:pt x="169714" y="0"/>
                </a:lnTo>
                <a:lnTo>
                  <a:pt x="169714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12836" y="2217931"/>
            <a:ext cx="1138328" cy="331034"/>
          </a:xfrm>
          <a:custGeom>
            <a:avLst/>
            <a:gdLst/>
            <a:ahLst/>
            <a:cxnLst/>
            <a:rect l="l" t="t" r="r" b="b"/>
            <a:pathLst>
              <a:path w="1138328" h="331034">
                <a:moveTo>
                  <a:pt x="0" y="0"/>
                </a:moveTo>
                <a:lnTo>
                  <a:pt x="1138328" y="0"/>
                </a:lnTo>
                <a:lnTo>
                  <a:pt x="1138328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57059" y="2300690"/>
            <a:ext cx="571233" cy="165517"/>
          </a:xfrm>
          <a:custGeom>
            <a:avLst/>
            <a:gdLst/>
            <a:ahLst/>
            <a:cxnLst/>
            <a:rect l="l" t="t" r="r" b="b"/>
            <a:pathLst>
              <a:path w="571233" h="165517">
                <a:moveTo>
                  <a:pt x="0" y="0"/>
                </a:moveTo>
                <a:lnTo>
                  <a:pt x="571234" y="0"/>
                </a:lnTo>
                <a:lnTo>
                  <a:pt x="571234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97143" y="2462069"/>
            <a:ext cx="169714" cy="252414"/>
          </a:xfrm>
          <a:custGeom>
            <a:avLst/>
            <a:gdLst/>
            <a:ahLst/>
            <a:cxnLst/>
            <a:rect l="l" t="t" r="r" b="b"/>
            <a:pathLst>
              <a:path w="169714" h="252414">
                <a:moveTo>
                  <a:pt x="0" y="0"/>
                </a:moveTo>
                <a:lnTo>
                  <a:pt x="169714" y="0"/>
                </a:lnTo>
                <a:lnTo>
                  <a:pt x="169714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212836" y="2544828"/>
            <a:ext cx="1138328" cy="413793"/>
          </a:xfrm>
          <a:custGeom>
            <a:avLst/>
            <a:gdLst/>
            <a:ahLst/>
            <a:cxnLst/>
            <a:rect l="l" t="t" r="r" b="b"/>
            <a:pathLst>
              <a:path w="1138328" h="413793">
                <a:moveTo>
                  <a:pt x="0" y="0"/>
                </a:moveTo>
                <a:lnTo>
                  <a:pt x="1138328" y="0"/>
                </a:lnTo>
                <a:lnTo>
                  <a:pt x="113832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57059" y="2627586"/>
            <a:ext cx="649882" cy="252414"/>
          </a:xfrm>
          <a:custGeom>
            <a:avLst/>
            <a:gdLst/>
            <a:ahLst/>
            <a:cxnLst/>
            <a:rect l="l" t="t" r="r" b="b"/>
            <a:pathLst>
              <a:path w="649882" h="252414">
                <a:moveTo>
                  <a:pt x="0" y="0"/>
                </a:moveTo>
                <a:lnTo>
                  <a:pt x="649882" y="0"/>
                </a:lnTo>
                <a:lnTo>
                  <a:pt x="649882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97143" y="2875862"/>
            <a:ext cx="169714" cy="165517"/>
          </a:xfrm>
          <a:custGeom>
            <a:avLst/>
            <a:gdLst/>
            <a:ahLst/>
            <a:cxnLst/>
            <a:rect l="l" t="t" r="r" b="b"/>
            <a:pathLst>
              <a:path w="169714" h="165517">
                <a:moveTo>
                  <a:pt x="0" y="0"/>
                </a:moveTo>
                <a:lnTo>
                  <a:pt x="169714" y="0"/>
                </a:lnTo>
                <a:lnTo>
                  <a:pt x="169714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212836" y="2954483"/>
            <a:ext cx="1138328" cy="417931"/>
          </a:xfrm>
          <a:custGeom>
            <a:avLst/>
            <a:gdLst/>
            <a:ahLst/>
            <a:cxnLst/>
            <a:rect l="l" t="t" r="r" b="b"/>
            <a:pathLst>
              <a:path w="1138328" h="417931">
                <a:moveTo>
                  <a:pt x="0" y="0"/>
                </a:moveTo>
                <a:lnTo>
                  <a:pt x="1138328" y="0"/>
                </a:lnTo>
                <a:lnTo>
                  <a:pt x="113832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18495" y="3037241"/>
            <a:ext cx="327010" cy="252414"/>
          </a:xfrm>
          <a:custGeom>
            <a:avLst/>
            <a:gdLst/>
            <a:ahLst/>
            <a:cxnLst/>
            <a:rect l="l" t="t" r="r" b="b"/>
            <a:pathLst>
              <a:path w="327010" h="252414">
                <a:moveTo>
                  <a:pt x="0" y="0"/>
                </a:moveTo>
                <a:lnTo>
                  <a:pt x="327010" y="0"/>
                </a:lnTo>
                <a:lnTo>
                  <a:pt x="327010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78648" y="3451034"/>
            <a:ext cx="3323916" cy="1646897"/>
          </a:xfrm>
          <a:custGeom>
            <a:avLst/>
            <a:gdLst/>
            <a:ahLst/>
            <a:cxnLst/>
            <a:rect l="l" t="t" r="r" b="b"/>
            <a:pathLst>
              <a:path w="3323916" h="1646897">
                <a:moveTo>
                  <a:pt x="0" y="0"/>
                </a:moveTo>
                <a:lnTo>
                  <a:pt x="3323916" y="0"/>
                </a:lnTo>
                <a:lnTo>
                  <a:pt x="3323916" y="1646897"/>
                </a:lnTo>
                <a:lnTo>
                  <a:pt x="0" y="164689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78648" y="3451034"/>
            <a:ext cx="3323916" cy="331034"/>
          </a:xfrm>
          <a:custGeom>
            <a:avLst/>
            <a:gdLst/>
            <a:ahLst/>
            <a:cxnLst/>
            <a:rect l="l" t="t" r="r" b="b"/>
            <a:pathLst>
              <a:path w="3323916" h="331034">
                <a:moveTo>
                  <a:pt x="0" y="0"/>
                </a:moveTo>
                <a:lnTo>
                  <a:pt x="3323916" y="0"/>
                </a:lnTo>
                <a:lnTo>
                  <a:pt x="3323916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78648" y="3451034"/>
            <a:ext cx="409798" cy="331034"/>
          </a:xfrm>
          <a:custGeom>
            <a:avLst/>
            <a:gdLst/>
            <a:ahLst/>
            <a:cxnLst/>
            <a:rect l="l" t="t" r="r" b="b"/>
            <a:pathLst>
              <a:path w="409798" h="331034">
                <a:moveTo>
                  <a:pt x="0" y="0"/>
                </a:moveTo>
                <a:lnTo>
                  <a:pt x="409798" y="0"/>
                </a:lnTo>
                <a:lnTo>
                  <a:pt x="409798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240084" y="3529655"/>
            <a:ext cx="165575" cy="252414"/>
          </a:xfrm>
          <a:custGeom>
            <a:avLst/>
            <a:gdLst/>
            <a:ahLst/>
            <a:cxnLst/>
            <a:rect l="l" t="t" r="r" b="b"/>
            <a:pathLst>
              <a:path w="165575" h="252414">
                <a:moveTo>
                  <a:pt x="0" y="0"/>
                </a:moveTo>
                <a:lnTo>
                  <a:pt x="165575" y="0"/>
                </a:lnTo>
                <a:lnTo>
                  <a:pt x="165575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484307" y="3529655"/>
            <a:ext cx="1622634" cy="252414"/>
          </a:xfrm>
          <a:custGeom>
            <a:avLst/>
            <a:gdLst/>
            <a:ahLst/>
            <a:cxnLst/>
            <a:rect l="l" t="t" r="r" b="b"/>
            <a:pathLst>
              <a:path w="1622634" h="252414">
                <a:moveTo>
                  <a:pt x="0" y="0"/>
                </a:moveTo>
                <a:lnTo>
                  <a:pt x="1622634" y="0"/>
                </a:lnTo>
                <a:lnTo>
                  <a:pt x="1622634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562955" y="3860690"/>
            <a:ext cx="1059679" cy="662069"/>
          </a:xfrm>
          <a:custGeom>
            <a:avLst/>
            <a:gdLst/>
            <a:ahLst/>
            <a:cxnLst/>
            <a:rect l="l" t="t" r="r" b="b"/>
            <a:pathLst>
              <a:path w="1059679" h="662069">
                <a:moveTo>
                  <a:pt x="0" y="0"/>
                </a:moveTo>
                <a:lnTo>
                  <a:pt x="1059679" y="0"/>
                </a:lnTo>
                <a:lnTo>
                  <a:pt x="1059679" y="662069"/>
                </a:lnTo>
                <a:lnTo>
                  <a:pt x="0" y="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807178" y="4026207"/>
            <a:ext cx="492585" cy="331034"/>
          </a:xfrm>
          <a:custGeom>
            <a:avLst/>
            <a:gdLst/>
            <a:ahLst/>
            <a:cxnLst/>
            <a:rect l="l" t="t" r="r" b="b"/>
            <a:pathLst>
              <a:path w="492585" h="331034">
                <a:moveTo>
                  <a:pt x="0" y="0"/>
                </a:moveTo>
                <a:lnTo>
                  <a:pt x="492585" y="0"/>
                </a:lnTo>
                <a:lnTo>
                  <a:pt x="492585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535707" y="4104828"/>
            <a:ext cx="571233" cy="169655"/>
          </a:xfrm>
          <a:custGeom>
            <a:avLst/>
            <a:gdLst/>
            <a:ahLst/>
            <a:cxnLst/>
            <a:rect l="l" t="t" r="r" b="b"/>
            <a:pathLst>
              <a:path w="571233" h="169655">
                <a:moveTo>
                  <a:pt x="0" y="0"/>
                </a:moveTo>
                <a:lnTo>
                  <a:pt x="571234" y="0"/>
                </a:lnTo>
                <a:lnTo>
                  <a:pt x="571234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697143" y="4026207"/>
            <a:ext cx="169714" cy="165517"/>
          </a:xfrm>
          <a:custGeom>
            <a:avLst/>
            <a:gdLst/>
            <a:ahLst/>
            <a:cxnLst/>
            <a:rect l="l" t="t" r="r" b="b"/>
            <a:pathLst>
              <a:path w="169714" h="165517">
                <a:moveTo>
                  <a:pt x="0" y="0"/>
                </a:moveTo>
                <a:lnTo>
                  <a:pt x="169714" y="0"/>
                </a:lnTo>
                <a:lnTo>
                  <a:pt x="169714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2024153" y="4026207"/>
            <a:ext cx="976892" cy="331034"/>
          </a:xfrm>
          <a:custGeom>
            <a:avLst/>
            <a:gdLst/>
            <a:ahLst/>
            <a:cxnLst/>
            <a:rect l="l" t="t" r="r" b="b"/>
            <a:pathLst>
              <a:path w="976892" h="331034">
                <a:moveTo>
                  <a:pt x="0" y="0"/>
                </a:moveTo>
                <a:lnTo>
                  <a:pt x="976892" y="0"/>
                </a:lnTo>
                <a:lnTo>
                  <a:pt x="976892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2185589" y="4104828"/>
            <a:ext cx="649882" cy="169655"/>
          </a:xfrm>
          <a:custGeom>
            <a:avLst/>
            <a:gdLst/>
            <a:ahLst/>
            <a:cxnLst/>
            <a:rect l="l" t="t" r="r" b="b"/>
            <a:pathLst>
              <a:path w="649882" h="169655">
                <a:moveTo>
                  <a:pt x="0" y="0"/>
                </a:moveTo>
                <a:lnTo>
                  <a:pt x="649881" y="0"/>
                </a:lnTo>
                <a:lnTo>
                  <a:pt x="649881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968613" y="4435862"/>
            <a:ext cx="165575" cy="331034"/>
          </a:xfrm>
          <a:custGeom>
            <a:avLst/>
            <a:gdLst/>
            <a:ahLst/>
            <a:cxnLst/>
            <a:rect l="l" t="t" r="r" b="b"/>
            <a:pathLst>
              <a:path w="165575" h="331034">
                <a:moveTo>
                  <a:pt x="0" y="0"/>
                </a:moveTo>
                <a:lnTo>
                  <a:pt x="165575" y="0"/>
                </a:lnTo>
                <a:lnTo>
                  <a:pt x="165575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130049" y="4435862"/>
            <a:ext cx="331150" cy="248276"/>
          </a:xfrm>
          <a:custGeom>
            <a:avLst/>
            <a:gdLst/>
            <a:ahLst/>
            <a:cxnLst/>
            <a:rect l="l" t="t" r="r" b="b"/>
            <a:pathLst>
              <a:path w="331150" h="248276">
                <a:moveTo>
                  <a:pt x="0" y="0"/>
                </a:moveTo>
                <a:lnTo>
                  <a:pt x="331150" y="0"/>
                </a:lnTo>
                <a:lnTo>
                  <a:pt x="331150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562955" y="4680000"/>
            <a:ext cx="1059679" cy="335172"/>
          </a:xfrm>
          <a:custGeom>
            <a:avLst/>
            <a:gdLst/>
            <a:ahLst/>
            <a:cxnLst/>
            <a:rect l="l" t="t" r="r" b="b"/>
            <a:pathLst>
              <a:path w="1059679" h="335172">
                <a:moveTo>
                  <a:pt x="0" y="0"/>
                </a:moveTo>
                <a:lnTo>
                  <a:pt x="1059679" y="0"/>
                </a:lnTo>
                <a:lnTo>
                  <a:pt x="1059679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728530" y="4762759"/>
            <a:ext cx="732669" cy="169655"/>
          </a:xfrm>
          <a:custGeom>
            <a:avLst/>
            <a:gdLst/>
            <a:ahLst/>
            <a:cxnLst/>
            <a:rect l="l" t="t" r="r" b="b"/>
            <a:pathLst>
              <a:path w="732669" h="169655">
                <a:moveTo>
                  <a:pt x="0" y="0"/>
                </a:moveTo>
                <a:lnTo>
                  <a:pt x="732669" y="0"/>
                </a:lnTo>
                <a:lnTo>
                  <a:pt x="732669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78648" y="5093793"/>
            <a:ext cx="3323916" cy="2466207"/>
          </a:xfrm>
          <a:custGeom>
            <a:avLst/>
            <a:gdLst/>
            <a:ahLst/>
            <a:cxnLst/>
            <a:rect l="l" t="t" r="r" b="b"/>
            <a:pathLst>
              <a:path w="3323916" h="2466207">
                <a:moveTo>
                  <a:pt x="0" y="0"/>
                </a:moveTo>
                <a:lnTo>
                  <a:pt x="3323916" y="0"/>
                </a:lnTo>
                <a:lnTo>
                  <a:pt x="3323916" y="2466207"/>
                </a:lnTo>
                <a:lnTo>
                  <a:pt x="0" y="2466207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78648" y="5093793"/>
            <a:ext cx="3323916" cy="413793"/>
          </a:xfrm>
          <a:custGeom>
            <a:avLst/>
            <a:gdLst/>
            <a:ahLst/>
            <a:cxnLst/>
            <a:rect l="l" t="t" r="r" b="b"/>
            <a:pathLst>
              <a:path w="3323916" h="413793">
                <a:moveTo>
                  <a:pt x="0" y="0"/>
                </a:moveTo>
                <a:lnTo>
                  <a:pt x="3323916" y="0"/>
                </a:lnTo>
                <a:lnTo>
                  <a:pt x="3323916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78648" y="5093793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240084" y="5176552"/>
            <a:ext cx="165575" cy="248276"/>
          </a:xfrm>
          <a:custGeom>
            <a:avLst/>
            <a:gdLst/>
            <a:ahLst/>
            <a:cxnLst/>
            <a:rect l="l" t="t" r="r" b="b"/>
            <a:pathLst>
              <a:path w="165575" h="248276">
                <a:moveTo>
                  <a:pt x="0" y="0"/>
                </a:moveTo>
                <a:lnTo>
                  <a:pt x="165575" y="0"/>
                </a:lnTo>
                <a:lnTo>
                  <a:pt x="165575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484307" y="5176552"/>
            <a:ext cx="1866857" cy="248276"/>
          </a:xfrm>
          <a:custGeom>
            <a:avLst/>
            <a:gdLst/>
            <a:ahLst/>
            <a:cxnLst/>
            <a:rect l="l" t="t" r="r" b="b"/>
            <a:pathLst>
              <a:path w="1866857" h="248276">
                <a:moveTo>
                  <a:pt x="0" y="0"/>
                </a:moveTo>
                <a:lnTo>
                  <a:pt x="1866857" y="0"/>
                </a:lnTo>
                <a:lnTo>
                  <a:pt x="1866857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562955" y="5586207"/>
            <a:ext cx="492585" cy="1729655"/>
          </a:xfrm>
          <a:custGeom>
            <a:avLst/>
            <a:gdLst/>
            <a:ahLst/>
            <a:cxnLst/>
            <a:rect l="l" t="t" r="r" b="b"/>
            <a:pathLst>
              <a:path w="492585" h="1729655">
                <a:moveTo>
                  <a:pt x="0" y="0"/>
                </a:moveTo>
                <a:lnTo>
                  <a:pt x="492585" y="0"/>
                </a:lnTo>
                <a:lnTo>
                  <a:pt x="492585" y="1729655"/>
                </a:lnTo>
                <a:lnTo>
                  <a:pt x="0" y="172965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051401" y="5503448"/>
            <a:ext cx="976892" cy="331034"/>
          </a:xfrm>
          <a:custGeom>
            <a:avLst/>
            <a:gdLst/>
            <a:ahLst/>
            <a:cxnLst/>
            <a:rect l="l" t="t" r="r" b="b"/>
            <a:pathLst>
              <a:path w="976892" h="331034">
                <a:moveTo>
                  <a:pt x="0" y="0"/>
                </a:moveTo>
                <a:lnTo>
                  <a:pt x="976892" y="0"/>
                </a:lnTo>
                <a:lnTo>
                  <a:pt x="976892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1212836" y="5586207"/>
            <a:ext cx="654021" cy="169655"/>
          </a:xfrm>
          <a:custGeom>
            <a:avLst/>
            <a:gdLst/>
            <a:ahLst/>
            <a:cxnLst/>
            <a:rect l="l" t="t" r="r" b="b"/>
            <a:pathLst>
              <a:path w="654021" h="169655">
                <a:moveTo>
                  <a:pt x="0" y="0"/>
                </a:moveTo>
                <a:lnTo>
                  <a:pt x="654021" y="0"/>
                </a:lnTo>
                <a:lnTo>
                  <a:pt x="654021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1457059" y="5751724"/>
            <a:ext cx="165575" cy="248276"/>
          </a:xfrm>
          <a:custGeom>
            <a:avLst/>
            <a:gdLst/>
            <a:ahLst/>
            <a:cxnLst/>
            <a:rect l="l" t="t" r="r" b="b"/>
            <a:pathLst>
              <a:path w="165575" h="248276">
                <a:moveTo>
                  <a:pt x="0" y="0"/>
                </a:moveTo>
                <a:lnTo>
                  <a:pt x="165575" y="0"/>
                </a:lnTo>
                <a:lnTo>
                  <a:pt x="165575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1051401" y="5913103"/>
            <a:ext cx="976892" cy="335172"/>
          </a:xfrm>
          <a:custGeom>
            <a:avLst/>
            <a:gdLst/>
            <a:ahLst/>
            <a:cxnLst/>
            <a:rect l="l" t="t" r="r" b="b"/>
            <a:pathLst>
              <a:path w="976892" h="335172">
                <a:moveTo>
                  <a:pt x="0" y="0"/>
                </a:moveTo>
                <a:lnTo>
                  <a:pt x="976892" y="0"/>
                </a:lnTo>
                <a:lnTo>
                  <a:pt x="976892" y="335173"/>
                </a:lnTo>
                <a:lnTo>
                  <a:pt x="0" y="335173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295624" y="5995862"/>
            <a:ext cx="488446" cy="169655"/>
          </a:xfrm>
          <a:custGeom>
            <a:avLst/>
            <a:gdLst/>
            <a:ahLst/>
            <a:cxnLst/>
            <a:rect l="l" t="t" r="r" b="b"/>
            <a:pathLst>
              <a:path w="488446" h="169655">
                <a:moveTo>
                  <a:pt x="0" y="0"/>
                </a:moveTo>
                <a:lnTo>
                  <a:pt x="488446" y="0"/>
                </a:lnTo>
                <a:lnTo>
                  <a:pt x="488446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1457059" y="6161379"/>
            <a:ext cx="165575" cy="248276"/>
          </a:xfrm>
          <a:custGeom>
            <a:avLst/>
            <a:gdLst/>
            <a:ahLst/>
            <a:cxnLst/>
            <a:rect l="l" t="t" r="r" b="b"/>
            <a:pathLst>
              <a:path w="165575" h="248276">
                <a:moveTo>
                  <a:pt x="0" y="0"/>
                </a:moveTo>
                <a:lnTo>
                  <a:pt x="165575" y="0"/>
                </a:lnTo>
                <a:lnTo>
                  <a:pt x="165575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/>
          <p:cNvSpPr/>
          <p:nvPr/>
        </p:nvSpPr>
        <p:spPr>
          <a:xfrm>
            <a:off x="968613" y="6244138"/>
            <a:ext cx="1138328" cy="662069"/>
          </a:xfrm>
          <a:custGeom>
            <a:avLst/>
            <a:gdLst/>
            <a:ahLst/>
            <a:cxnLst/>
            <a:rect l="l" t="t" r="r" b="b"/>
            <a:pathLst>
              <a:path w="1138328" h="662069">
                <a:moveTo>
                  <a:pt x="0" y="0"/>
                </a:moveTo>
                <a:lnTo>
                  <a:pt x="1138328" y="0"/>
                </a:lnTo>
                <a:lnTo>
                  <a:pt x="1138328" y="662069"/>
                </a:lnTo>
                <a:lnTo>
                  <a:pt x="0" y="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1295624" y="6405517"/>
            <a:ext cx="488446" cy="335172"/>
          </a:xfrm>
          <a:custGeom>
            <a:avLst/>
            <a:gdLst/>
            <a:ahLst/>
            <a:cxnLst/>
            <a:rect l="l" t="t" r="r" b="b"/>
            <a:pathLst>
              <a:path w="488446" h="335172">
                <a:moveTo>
                  <a:pt x="0" y="0"/>
                </a:moveTo>
                <a:lnTo>
                  <a:pt x="488446" y="0"/>
                </a:lnTo>
                <a:lnTo>
                  <a:pt x="488446" y="335173"/>
                </a:lnTo>
                <a:lnTo>
                  <a:pt x="0" y="335173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1941366" y="6488276"/>
            <a:ext cx="654021" cy="169655"/>
          </a:xfrm>
          <a:custGeom>
            <a:avLst/>
            <a:gdLst/>
            <a:ahLst/>
            <a:cxnLst/>
            <a:rect l="l" t="t" r="r" b="b"/>
            <a:pathLst>
              <a:path w="654021" h="169655">
                <a:moveTo>
                  <a:pt x="0" y="0"/>
                </a:moveTo>
                <a:lnTo>
                  <a:pt x="654021" y="0"/>
                </a:lnTo>
                <a:lnTo>
                  <a:pt x="654021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2102801" y="6405517"/>
            <a:ext cx="409798" cy="169655"/>
          </a:xfrm>
          <a:custGeom>
            <a:avLst/>
            <a:gdLst/>
            <a:ahLst/>
            <a:cxnLst/>
            <a:rect l="l" t="t" r="r" b="b"/>
            <a:pathLst>
              <a:path w="409798" h="169655">
                <a:moveTo>
                  <a:pt x="0" y="0"/>
                </a:moveTo>
                <a:lnTo>
                  <a:pt x="409798" y="0"/>
                </a:lnTo>
                <a:lnTo>
                  <a:pt x="409798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2508460" y="6405517"/>
            <a:ext cx="815456" cy="335172"/>
          </a:xfrm>
          <a:custGeom>
            <a:avLst/>
            <a:gdLst/>
            <a:ahLst/>
            <a:cxnLst/>
            <a:rect l="l" t="t" r="r" b="b"/>
            <a:pathLst>
              <a:path w="815456" h="335172">
                <a:moveTo>
                  <a:pt x="0" y="0"/>
                </a:moveTo>
                <a:lnTo>
                  <a:pt x="815456" y="0"/>
                </a:lnTo>
                <a:lnTo>
                  <a:pt x="815456" y="335173"/>
                </a:lnTo>
                <a:lnTo>
                  <a:pt x="0" y="335173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2752683" y="6488276"/>
            <a:ext cx="327010" cy="169655"/>
          </a:xfrm>
          <a:custGeom>
            <a:avLst/>
            <a:gdLst/>
            <a:ahLst/>
            <a:cxnLst/>
            <a:rect l="l" t="t" r="r" b="b"/>
            <a:pathLst>
              <a:path w="327010" h="169655">
                <a:moveTo>
                  <a:pt x="0" y="0"/>
                </a:moveTo>
                <a:lnTo>
                  <a:pt x="327010" y="0"/>
                </a:lnTo>
                <a:lnTo>
                  <a:pt x="327010" y="169655"/>
                </a:lnTo>
                <a:lnTo>
                  <a:pt x="0" y="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1457059" y="6819310"/>
            <a:ext cx="165575" cy="331034"/>
          </a:xfrm>
          <a:custGeom>
            <a:avLst/>
            <a:gdLst/>
            <a:ahLst/>
            <a:cxnLst/>
            <a:rect l="l" t="t" r="r" b="b"/>
            <a:pathLst>
              <a:path w="165575" h="331034">
                <a:moveTo>
                  <a:pt x="0" y="0"/>
                </a:moveTo>
                <a:lnTo>
                  <a:pt x="165575" y="0"/>
                </a:lnTo>
                <a:lnTo>
                  <a:pt x="165575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535707" y="6819310"/>
            <a:ext cx="409798" cy="165517"/>
          </a:xfrm>
          <a:custGeom>
            <a:avLst/>
            <a:gdLst/>
            <a:ahLst/>
            <a:cxnLst/>
            <a:rect l="l" t="t" r="r" b="b"/>
            <a:pathLst>
              <a:path w="409798" h="165517">
                <a:moveTo>
                  <a:pt x="0" y="0"/>
                </a:moveTo>
                <a:lnTo>
                  <a:pt x="409798" y="0"/>
                </a:lnTo>
                <a:lnTo>
                  <a:pt x="409798" y="165518"/>
                </a:lnTo>
                <a:lnTo>
                  <a:pt x="0" y="165518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1051401" y="7063448"/>
            <a:ext cx="976892" cy="417931"/>
          </a:xfrm>
          <a:custGeom>
            <a:avLst/>
            <a:gdLst/>
            <a:ahLst/>
            <a:cxnLst/>
            <a:rect l="l" t="t" r="r" b="b"/>
            <a:pathLst>
              <a:path w="976892" h="417931">
                <a:moveTo>
                  <a:pt x="0" y="0"/>
                </a:moveTo>
                <a:lnTo>
                  <a:pt x="976892" y="0"/>
                </a:lnTo>
                <a:lnTo>
                  <a:pt x="976892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1212836" y="7146207"/>
            <a:ext cx="654021" cy="252414"/>
          </a:xfrm>
          <a:custGeom>
            <a:avLst/>
            <a:gdLst/>
            <a:ahLst/>
            <a:cxnLst/>
            <a:rect l="l" t="t" r="r" b="b"/>
            <a:pathLst>
              <a:path w="654021" h="252414">
                <a:moveTo>
                  <a:pt x="0" y="0"/>
                </a:moveTo>
                <a:lnTo>
                  <a:pt x="654021" y="0"/>
                </a:lnTo>
                <a:lnTo>
                  <a:pt x="654021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2591247" y="6902069"/>
            <a:ext cx="894105" cy="657931"/>
          </a:xfrm>
          <a:custGeom>
            <a:avLst/>
            <a:gdLst/>
            <a:ahLst/>
            <a:cxnLst/>
            <a:rect l="l" t="t" r="r" b="b"/>
            <a:pathLst>
              <a:path w="894105" h="657931">
                <a:moveTo>
                  <a:pt x="0" y="0"/>
                </a:moveTo>
                <a:lnTo>
                  <a:pt x="894105" y="0"/>
                </a:lnTo>
                <a:lnTo>
                  <a:pt x="894105" y="657931"/>
                </a:lnTo>
                <a:lnTo>
                  <a:pt x="0" y="657931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564000" cy="7560000"/>
          </a:xfrm>
          <a:custGeom>
            <a:avLst/>
            <a:gdLst/>
            <a:ahLst/>
            <a:cxnLst/>
            <a:rect l="l" t="t" r="r" b="b"/>
            <a:pathLst>
              <a:path w="3564000" h="7560000">
                <a:moveTo>
                  <a:pt x="0" y="0"/>
                </a:moveTo>
                <a:lnTo>
                  <a:pt x="3564000" y="0"/>
                </a:lnTo>
                <a:lnTo>
                  <a:pt x="3564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436" y="161379"/>
            <a:ext cx="1866857" cy="496552"/>
          </a:xfrm>
          <a:custGeom>
            <a:avLst/>
            <a:gdLst/>
            <a:ahLst/>
            <a:cxnLst/>
            <a:rect l="l" t="t" r="r" b="b"/>
            <a:pathLst>
              <a:path w="1866857" h="496552">
                <a:moveTo>
                  <a:pt x="0" y="0"/>
                </a:moveTo>
                <a:lnTo>
                  <a:pt x="1866857" y="0"/>
                </a:lnTo>
                <a:lnTo>
                  <a:pt x="1866857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436" y="161379"/>
            <a:ext cx="571233" cy="496552"/>
          </a:xfrm>
          <a:custGeom>
            <a:avLst/>
            <a:gdLst/>
            <a:ahLst/>
            <a:cxnLst/>
            <a:rect l="l" t="t" r="r" b="b"/>
            <a:pathLst>
              <a:path w="571233" h="496552">
                <a:moveTo>
                  <a:pt x="0" y="0"/>
                </a:moveTo>
                <a:lnTo>
                  <a:pt x="571233" y="0"/>
                </a:lnTo>
                <a:lnTo>
                  <a:pt x="571233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94979" y="215138"/>
            <a:ext cx="981543" cy="17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sz="109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INFORMATIKA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298" y="379575"/>
            <a:ext cx="1149727" cy="181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"/>
              </a:lnSpc>
            </a:pPr>
            <a:r>
              <a:rPr lang="en-US" sz="6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SMK KELAS X</a:t>
            </a:r>
          </a:p>
          <a:p>
            <a:pPr algn="l">
              <a:lnSpc>
                <a:spcPts val="735"/>
              </a:lnSpc>
            </a:pPr>
            <a:r>
              <a:rPr lang="en-US" sz="6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GEOLOGI &amp; PERTAMBANGAN</a:t>
            </a:r>
          </a:p>
        </p:txBody>
      </p:sp>
      <p:sp>
        <p:nvSpPr>
          <p:cNvPr id="7" name="Freeform 7"/>
          <p:cNvSpPr/>
          <p:nvPr/>
        </p:nvSpPr>
        <p:spPr>
          <a:xfrm>
            <a:off x="2831331" y="161379"/>
            <a:ext cx="571233" cy="496552"/>
          </a:xfrm>
          <a:custGeom>
            <a:avLst/>
            <a:gdLst/>
            <a:ahLst/>
            <a:cxnLst/>
            <a:rect l="l" t="t" r="r" b="b"/>
            <a:pathLst>
              <a:path w="571233" h="496552">
                <a:moveTo>
                  <a:pt x="0" y="0"/>
                </a:moveTo>
                <a:lnTo>
                  <a:pt x="571233" y="0"/>
                </a:lnTo>
                <a:lnTo>
                  <a:pt x="571233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063243" y="278415"/>
            <a:ext cx="135748" cy="29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206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1896" y="777930"/>
            <a:ext cx="2639717" cy="34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95" b="1">
                <a:solidFill>
                  <a:srgbClr val="0B1327"/>
                </a:solidFill>
                <a:latin typeface="Poppins Bold"/>
                <a:ea typeface="Poppins Bold"/>
                <a:cs typeface="Poppins Bold"/>
                <a:sym typeface="Poppins Bold"/>
              </a:rPr>
              <a:t>URUTAN BERPIKIR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2835" y="1067118"/>
            <a:ext cx="2317839" cy="2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7"/>
              </a:lnSpc>
            </a:pPr>
            <a:r>
              <a:rPr lang="en-US" sz="1849" b="1">
                <a:solidFill>
                  <a:srgbClr val="0B132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SEBELUM MEMBUAT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1744" y="1288368"/>
            <a:ext cx="2280022" cy="42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770" b="1">
                <a:solidFill>
                  <a:srgbClr val="193764"/>
                </a:solidFill>
                <a:latin typeface="Poppins Bold"/>
                <a:ea typeface="Poppins Bold"/>
                <a:cs typeface="Poppins Bold"/>
                <a:sym typeface="Poppins Bold"/>
              </a:rPr>
              <a:t>FLOWCHART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7178" y="1725517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89965" y="1725517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456297" y="1830554"/>
            <a:ext cx="549966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KASUS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18495" y="2052414"/>
            <a:ext cx="165575" cy="252414"/>
          </a:xfrm>
          <a:custGeom>
            <a:avLst/>
            <a:gdLst/>
            <a:ahLst/>
            <a:cxnLst/>
            <a:rect l="l" t="t" r="r" b="b"/>
            <a:pathLst>
              <a:path w="165575" h="252414">
                <a:moveTo>
                  <a:pt x="0" y="0"/>
                </a:moveTo>
                <a:lnTo>
                  <a:pt x="165575" y="0"/>
                </a:lnTo>
                <a:lnTo>
                  <a:pt x="165575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07178" y="2217931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89965" y="2217931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455112" y="2317390"/>
            <a:ext cx="668528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PAHAMI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18495" y="2544828"/>
            <a:ext cx="165575" cy="252414"/>
          </a:xfrm>
          <a:custGeom>
            <a:avLst/>
            <a:gdLst/>
            <a:ahLst/>
            <a:cxnLst/>
            <a:rect l="l" t="t" r="r" b="b"/>
            <a:pathLst>
              <a:path w="165575" h="252414">
                <a:moveTo>
                  <a:pt x="0" y="0"/>
                </a:moveTo>
                <a:lnTo>
                  <a:pt x="165575" y="0"/>
                </a:lnTo>
                <a:lnTo>
                  <a:pt x="165575" y="252413"/>
                </a:lnTo>
                <a:lnTo>
                  <a:pt x="0" y="252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07178" y="2627586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89965" y="2710345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454129" y="2804227"/>
            <a:ext cx="766771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ANALISIS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618495" y="3037241"/>
            <a:ext cx="165575" cy="252414"/>
          </a:xfrm>
          <a:custGeom>
            <a:avLst/>
            <a:gdLst/>
            <a:ahLst/>
            <a:cxnLst/>
            <a:rect l="l" t="t" r="r" b="b"/>
            <a:pathLst>
              <a:path w="165575" h="252414">
                <a:moveTo>
                  <a:pt x="0" y="0"/>
                </a:moveTo>
                <a:lnTo>
                  <a:pt x="165575" y="0"/>
                </a:lnTo>
                <a:lnTo>
                  <a:pt x="165575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807178" y="3120000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89965" y="3202759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458965" y="3279999"/>
            <a:ext cx="283226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IPO</a:t>
            </a:r>
          </a:p>
        </p:txBody>
      </p:sp>
      <p:sp>
        <p:nvSpPr>
          <p:cNvPr id="27" name="Freeform 27"/>
          <p:cNvSpPr/>
          <p:nvPr/>
        </p:nvSpPr>
        <p:spPr>
          <a:xfrm>
            <a:off x="1618495" y="3529655"/>
            <a:ext cx="165575" cy="252414"/>
          </a:xfrm>
          <a:custGeom>
            <a:avLst/>
            <a:gdLst/>
            <a:ahLst/>
            <a:cxnLst/>
            <a:rect l="l" t="t" r="r" b="b"/>
            <a:pathLst>
              <a:path w="165575" h="252414">
                <a:moveTo>
                  <a:pt x="0" y="0"/>
                </a:moveTo>
                <a:lnTo>
                  <a:pt x="165575" y="0"/>
                </a:lnTo>
                <a:lnTo>
                  <a:pt x="165575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807178" y="3612414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889965" y="3695172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4"/>
                </a:lnTo>
                <a:lnTo>
                  <a:pt x="0" y="41379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452008" y="3766835"/>
            <a:ext cx="978879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ALGORITMA</a:t>
            </a:r>
          </a:p>
        </p:txBody>
      </p:sp>
      <p:sp>
        <p:nvSpPr>
          <p:cNvPr id="31" name="Freeform 31"/>
          <p:cNvSpPr/>
          <p:nvPr/>
        </p:nvSpPr>
        <p:spPr>
          <a:xfrm>
            <a:off x="1618495" y="4026207"/>
            <a:ext cx="165575" cy="248276"/>
          </a:xfrm>
          <a:custGeom>
            <a:avLst/>
            <a:gdLst/>
            <a:ahLst/>
            <a:cxnLst/>
            <a:rect l="l" t="t" r="r" b="b"/>
            <a:pathLst>
              <a:path w="165575" h="248276">
                <a:moveTo>
                  <a:pt x="0" y="0"/>
                </a:moveTo>
                <a:lnTo>
                  <a:pt x="165575" y="0"/>
                </a:lnTo>
                <a:lnTo>
                  <a:pt x="165575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807178" y="4104828"/>
            <a:ext cx="1949645" cy="500690"/>
          </a:xfrm>
          <a:custGeom>
            <a:avLst/>
            <a:gdLst/>
            <a:ahLst/>
            <a:cxnLst/>
            <a:rect l="l" t="t" r="r" b="b"/>
            <a:pathLst>
              <a:path w="1949645" h="500690">
                <a:moveTo>
                  <a:pt x="0" y="0"/>
                </a:moveTo>
                <a:lnTo>
                  <a:pt x="1949644" y="0"/>
                </a:lnTo>
                <a:lnTo>
                  <a:pt x="1949644" y="500689"/>
                </a:lnTo>
                <a:lnTo>
                  <a:pt x="0" y="50068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889965" y="4187586"/>
            <a:ext cx="409798" cy="417931"/>
          </a:xfrm>
          <a:custGeom>
            <a:avLst/>
            <a:gdLst/>
            <a:ahLst/>
            <a:cxnLst/>
            <a:rect l="l" t="t" r="r" b="b"/>
            <a:pathLst>
              <a:path w="409798" h="417931">
                <a:moveTo>
                  <a:pt x="0" y="0"/>
                </a:moveTo>
                <a:lnTo>
                  <a:pt x="409798" y="0"/>
                </a:lnTo>
                <a:lnTo>
                  <a:pt x="40979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451253" y="4266893"/>
            <a:ext cx="1054391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551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FLOWCHART</a:t>
            </a:r>
          </a:p>
        </p:txBody>
      </p:sp>
      <p:sp>
        <p:nvSpPr>
          <p:cNvPr id="35" name="Freeform 35"/>
          <p:cNvSpPr/>
          <p:nvPr/>
        </p:nvSpPr>
        <p:spPr>
          <a:xfrm>
            <a:off x="1618495" y="4435862"/>
            <a:ext cx="165575" cy="331034"/>
          </a:xfrm>
          <a:custGeom>
            <a:avLst/>
            <a:gdLst/>
            <a:ahLst/>
            <a:cxnLst/>
            <a:rect l="l" t="t" r="r" b="b"/>
            <a:pathLst>
              <a:path w="165575" h="331034">
                <a:moveTo>
                  <a:pt x="0" y="0"/>
                </a:moveTo>
                <a:lnTo>
                  <a:pt x="165575" y="0"/>
                </a:lnTo>
                <a:lnTo>
                  <a:pt x="165575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807178" y="4601379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889965" y="4680000"/>
            <a:ext cx="409798" cy="417931"/>
          </a:xfrm>
          <a:custGeom>
            <a:avLst/>
            <a:gdLst/>
            <a:ahLst/>
            <a:cxnLst/>
            <a:rect l="l" t="t" r="r" b="b"/>
            <a:pathLst>
              <a:path w="409798" h="417931">
                <a:moveTo>
                  <a:pt x="0" y="0"/>
                </a:moveTo>
                <a:lnTo>
                  <a:pt x="409798" y="0"/>
                </a:lnTo>
                <a:lnTo>
                  <a:pt x="409798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454471" y="4740509"/>
            <a:ext cx="732554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TRACING</a:t>
            </a:r>
          </a:p>
        </p:txBody>
      </p:sp>
      <p:sp>
        <p:nvSpPr>
          <p:cNvPr id="39" name="Freeform 39"/>
          <p:cNvSpPr/>
          <p:nvPr/>
        </p:nvSpPr>
        <p:spPr>
          <a:xfrm>
            <a:off x="1618495" y="4928276"/>
            <a:ext cx="165575" cy="331034"/>
          </a:xfrm>
          <a:custGeom>
            <a:avLst/>
            <a:gdLst/>
            <a:ahLst/>
            <a:cxnLst/>
            <a:rect l="l" t="t" r="r" b="b"/>
            <a:pathLst>
              <a:path w="165575" h="331034">
                <a:moveTo>
                  <a:pt x="0" y="0"/>
                </a:moveTo>
                <a:lnTo>
                  <a:pt x="165575" y="0"/>
                </a:lnTo>
                <a:lnTo>
                  <a:pt x="165575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807178" y="5093793"/>
            <a:ext cx="1949645" cy="496552"/>
          </a:xfrm>
          <a:custGeom>
            <a:avLst/>
            <a:gdLst/>
            <a:ahLst/>
            <a:cxnLst/>
            <a:rect l="l" t="t" r="r" b="b"/>
            <a:pathLst>
              <a:path w="1949645" h="496552">
                <a:moveTo>
                  <a:pt x="0" y="0"/>
                </a:moveTo>
                <a:lnTo>
                  <a:pt x="1949644" y="0"/>
                </a:lnTo>
                <a:lnTo>
                  <a:pt x="1949644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889965" y="5093793"/>
            <a:ext cx="409798" cy="413793"/>
          </a:xfrm>
          <a:custGeom>
            <a:avLst/>
            <a:gdLst/>
            <a:ahLst/>
            <a:cxnLst/>
            <a:rect l="l" t="t" r="r" b="b"/>
            <a:pathLst>
              <a:path w="409798" h="413793">
                <a:moveTo>
                  <a:pt x="0" y="0"/>
                </a:moveTo>
                <a:lnTo>
                  <a:pt x="409798" y="0"/>
                </a:lnTo>
                <a:lnTo>
                  <a:pt x="409798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453935" y="5240566"/>
            <a:ext cx="786176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551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PERBAIKI</a:t>
            </a:r>
          </a:p>
        </p:txBody>
      </p:sp>
      <p:sp>
        <p:nvSpPr>
          <p:cNvPr id="43" name="Freeform 43"/>
          <p:cNvSpPr/>
          <p:nvPr/>
        </p:nvSpPr>
        <p:spPr>
          <a:xfrm>
            <a:off x="161436" y="5586207"/>
            <a:ext cx="1539847" cy="823448"/>
          </a:xfrm>
          <a:custGeom>
            <a:avLst/>
            <a:gdLst/>
            <a:ahLst/>
            <a:cxnLst/>
            <a:rect l="l" t="t" r="r" b="b"/>
            <a:pathLst>
              <a:path w="1539847" h="823448">
                <a:moveTo>
                  <a:pt x="0" y="0"/>
                </a:moveTo>
                <a:lnTo>
                  <a:pt x="1539846" y="0"/>
                </a:lnTo>
                <a:lnTo>
                  <a:pt x="1539846" y="823448"/>
                </a:lnTo>
                <a:lnTo>
                  <a:pt x="0" y="82344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240084" y="5668966"/>
            <a:ext cx="409798" cy="496552"/>
          </a:xfrm>
          <a:custGeom>
            <a:avLst/>
            <a:gdLst/>
            <a:ahLst/>
            <a:cxnLst/>
            <a:rect l="l" t="t" r="r" b="b"/>
            <a:pathLst>
              <a:path w="409798" h="496552">
                <a:moveTo>
                  <a:pt x="0" y="0"/>
                </a:moveTo>
                <a:lnTo>
                  <a:pt x="409798" y="0"/>
                </a:lnTo>
                <a:lnTo>
                  <a:pt x="409798" y="496551"/>
                </a:lnTo>
                <a:lnTo>
                  <a:pt x="0" y="49655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713060" y="5736311"/>
            <a:ext cx="739742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ED6D0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JANGAN: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3533" y="5979639"/>
            <a:ext cx="692418" cy="31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sz="100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Langsung menggambar</a:t>
            </a:r>
          </a:p>
        </p:txBody>
      </p:sp>
      <p:sp>
        <p:nvSpPr>
          <p:cNvPr id="47" name="Freeform 47"/>
          <p:cNvSpPr/>
          <p:nvPr/>
        </p:nvSpPr>
        <p:spPr>
          <a:xfrm>
            <a:off x="1697143" y="5586207"/>
            <a:ext cx="1705422" cy="823448"/>
          </a:xfrm>
          <a:custGeom>
            <a:avLst/>
            <a:gdLst/>
            <a:ahLst/>
            <a:cxnLst/>
            <a:rect l="l" t="t" r="r" b="b"/>
            <a:pathLst>
              <a:path w="1705422" h="823448">
                <a:moveTo>
                  <a:pt x="0" y="0"/>
                </a:moveTo>
                <a:lnTo>
                  <a:pt x="1705421" y="0"/>
                </a:lnTo>
                <a:lnTo>
                  <a:pt x="1705421" y="823448"/>
                </a:lnTo>
                <a:lnTo>
                  <a:pt x="0" y="82344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1779930" y="5668966"/>
            <a:ext cx="409798" cy="496552"/>
          </a:xfrm>
          <a:custGeom>
            <a:avLst/>
            <a:gdLst/>
            <a:ahLst/>
            <a:cxnLst/>
            <a:rect l="l" t="t" r="r" b="b"/>
            <a:pathLst>
              <a:path w="409798" h="496552">
                <a:moveTo>
                  <a:pt x="0" y="0"/>
                </a:moveTo>
                <a:lnTo>
                  <a:pt x="409798" y="0"/>
                </a:lnTo>
                <a:lnTo>
                  <a:pt x="409798" y="496551"/>
                </a:lnTo>
                <a:lnTo>
                  <a:pt x="0" y="496551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2179157" y="5736311"/>
            <a:ext cx="831755" cy="23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99" b="1">
                <a:solidFill>
                  <a:srgbClr val="1937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LAKUKAN: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176099" y="5979668"/>
            <a:ext cx="1137573" cy="31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sz="1009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Pahami, susun langkah, baru gambar</a:t>
            </a:r>
          </a:p>
        </p:txBody>
      </p:sp>
      <p:sp>
        <p:nvSpPr>
          <p:cNvPr id="51" name="Freeform 51"/>
          <p:cNvSpPr/>
          <p:nvPr/>
        </p:nvSpPr>
        <p:spPr>
          <a:xfrm>
            <a:off x="161436" y="6571034"/>
            <a:ext cx="3241129" cy="910345"/>
          </a:xfrm>
          <a:custGeom>
            <a:avLst/>
            <a:gdLst/>
            <a:ahLst/>
            <a:cxnLst/>
            <a:rect l="l" t="t" r="r" b="b"/>
            <a:pathLst>
              <a:path w="3241129" h="910345">
                <a:moveTo>
                  <a:pt x="0" y="0"/>
                </a:moveTo>
                <a:lnTo>
                  <a:pt x="3241128" y="0"/>
                </a:lnTo>
                <a:lnTo>
                  <a:pt x="3241128" y="910345"/>
                </a:lnTo>
                <a:lnTo>
                  <a:pt x="0" y="91034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240084" y="6571034"/>
            <a:ext cx="894105" cy="827586"/>
          </a:xfrm>
          <a:custGeom>
            <a:avLst/>
            <a:gdLst/>
            <a:ahLst/>
            <a:cxnLst/>
            <a:rect l="l" t="t" r="r" b="b"/>
            <a:pathLst>
              <a:path w="894105" h="827586">
                <a:moveTo>
                  <a:pt x="0" y="0"/>
                </a:moveTo>
                <a:lnTo>
                  <a:pt x="894104" y="0"/>
                </a:lnTo>
                <a:lnTo>
                  <a:pt x="894104" y="827587"/>
                </a:lnTo>
                <a:lnTo>
                  <a:pt x="0" y="82758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1216198" y="6643572"/>
            <a:ext cx="1588761" cy="70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608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Flowchart disusun dari </a:t>
            </a:r>
            <a:r>
              <a:rPr lang="en-US" sz="1608" b="1">
                <a:solidFill>
                  <a:srgbClr val="ED6D0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logika</a:t>
            </a:r>
            <a:r>
              <a:rPr lang="en-US" sz="1608" b="1">
                <a:solidFill>
                  <a:srgbClr val="0B132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yang sudah kita </a:t>
            </a:r>
            <a:r>
              <a:rPr lang="en-US" sz="1608" b="1">
                <a:solidFill>
                  <a:srgbClr val="1937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pahami.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960286" y="204083"/>
            <a:ext cx="341662" cy="10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"/>
              </a:lnSpc>
            </a:pPr>
            <a:r>
              <a:rPr lang="en-US" sz="6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Halaman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024846" y="524953"/>
            <a:ext cx="212541" cy="10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"/>
              </a:lnSpc>
            </a:pPr>
            <a:r>
              <a:rPr lang="en-US" sz="6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dari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564000" cy="7560000"/>
          </a:xfrm>
          <a:custGeom>
            <a:avLst/>
            <a:gdLst/>
            <a:ahLst/>
            <a:cxnLst/>
            <a:rect l="l" t="t" r="r" b="b"/>
            <a:pathLst>
              <a:path w="3564000" h="7560000">
                <a:moveTo>
                  <a:pt x="0" y="0"/>
                </a:moveTo>
                <a:lnTo>
                  <a:pt x="3564000" y="0"/>
                </a:lnTo>
                <a:lnTo>
                  <a:pt x="3564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8648" y="78621"/>
            <a:ext cx="654021" cy="335172"/>
          </a:xfrm>
          <a:custGeom>
            <a:avLst/>
            <a:gdLst/>
            <a:ahLst/>
            <a:cxnLst/>
            <a:rect l="l" t="t" r="r" b="b"/>
            <a:pathLst>
              <a:path w="654021" h="335172">
                <a:moveTo>
                  <a:pt x="0" y="0"/>
                </a:moveTo>
                <a:lnTo>
                  <a:pt x="654021" y="0"/>
                </a:lnTo>
                <a:lnTo>
                  <a:pt x="654021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26233" y="148706"/>
            <a:ext cx="347838" cy="20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6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5 / 6</a:t>
            </a:r>
          </a:p>
        </p:txBody>
      </p:sp>
      <p:sp>
        <p:nvSpPr>
          <p:cNvPr id="5" name="Freeform 5"/>
          <p:cNvSpPr/>
          <p:nvPr/>
        </p:nvSpPr>
        <p:spPr>
          <a:xfrm>
            <a:off x="645742" y="78621"/>
            <a:ext cx="409798" cy="335172"/>
          </a:xfrm>
          <a:custGeom>
            <a:avLst/>
            <a:gdLst/>
            <a:ahLst/>
            <a:cxnLst/>
            <a:rect l="l" t="t" r="r" b="b"/>
            <a:pathLst>
              <a:path w="409798" h="335172">
                <a:moveTo>
                  <a:pt x="0" y="0"/>
                </a:moveTo>
                <a:lnTo>
                  <a:pt x="409798" y="0"/>
                </a:lnTo>
                <a:lnTo>
                  <a:pt x="409798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941366" y="78621"/>
            <a:ext cx="492585" cy="417931"/>
          </a:xfrm>
          <a:custGeom>
            <a:avLst/>
            <a:gdLst/>
            <a:ahLst/>
            <a:cxnLst/>
            <a:rect l="l" t="t" r="r" b="b"/>
            <a:pathLst>
              <a:path w="492585" h="417931">
                <a:moveTo>
                  <a:pt x="0" y="0"/>
                </a:moveTo>
                <a:lnTo>
                  <a:pt x="492585" y="0"/>
                </a:lnTo>
                <a:lnTo>
                  <a:pt x="492585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469917" y="161917"/>
            <a:ext cx="991710" cy="265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"/>
              </a:lnSpc>
            </a:pPr>
            <a:r>
              <a:rPr lang="en-US" sz="611" b="1">
                <a:solidFill>
                  <a:srgbClr val="123459"/>
                </a:solidFill>
                <a:latin typeface="Oswald Bold"/>
                <a:ea typeface="Oswald Bold"/>
                <a:cs typeface="Oswald Bold"/>
                <a:sym typeface="Oswald Bold"/>
              </a:rPr>
              <a:t>INFORMATIKA</a:t>
            </a:r>
          </a:p>
          <a:p>
            <a:pPr algn="l">
              <a:lnSpc>
                <a:spcPts val="734"/>
              </a:lnSpc>
            </a:pPr>
            <a:r>
              <a:rPr lang="en-US" sz="611" b="1">
                <a:solidFill>
                  <a:srgbClr val="606060"/>
                </a:solidFill>
                <a:latin typeface="Oswald Bold"/>
                <a:ea typeface="Oswald Bold"/>
                <a:cs typeface="Oswald Bold"/>
                <a:sym typeface="Oswald Bold"/>
              </a:rPr>
              <a:t>SMK KELAS X</a:t>
            </a:r>
          </a:p>
          <a:p>
            <a:pPr algn="l">
              <a:lnSpc>
                <a:spcPts val="734"/>
              </a:lnSpc>
            </a:pPr>
            <a:r>
              <a:rPr lang="en-US" sz="611" b="1">
                <a:solidFill>
                  <a:srgbClr val="606060"/>
                </a:solidFill>
                <a:latin typeface="Oswald Bold"/>
                <a:ea typeface="Oswald Bold"/>
                <a:cs typeface="Oswald Bold"/>
                <a:sym typeface="Oswald Bold"/>
              </a:rPr>
              <a:t>GEOLOGI DAN PERTAMBANGAN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799" y="589745"/>
            <a:ext cx="3252634" cy="28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71" b="1">
                <a:solidFill>
                  <a:srgbClr val="123459"/>
                </a:solidFill>
                <a:latin typeface="Oswald Bold"/>
                <a:ea typeface="Oswald Bold"/>
                <a:cs typeface="Oswald Bold"/>
                <a:sym typeface="Oswald Bold"/>
              </a:rPr>
              <a:t>COBA KITA PECAHKAN BERSAMA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1150345"/>
            <a:ext cx="1701282" cy="2631724"/>
          </a:xfrm>
          <a:custGeom>
            <a:avLst/>
            <a:gdLst/>
            <a:ahLst/>
            <a:cxnLst/>
            <a:rect l="l" t="t" r="r" b="b"/>
            <a:pathLst>
              <a:path w="1701282" h="2631724">
                <a:moveTo>
                  <a:pt x="0" y="0"/>
                </a:moveTo>
                <a:lnTo>
                  <a:pt x="1701282" y="0"/>
                </a:lnTo>
                <a:lnTo>
                  <a:pt x="1701282" y="2631724"/>
                </a:lnTo>
                <a:lnTo>
                  <a:pt x="0" y="2631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45742" y="984828"/>
            <a:ext cx="488446" cy="331034"/>
          </a:xfrm>
          <a:custGeom>
            <a:avLst/>
            <a:gdLst/>
            <a:ahLst/>
            <a:cxnLst/>
            <a:rect l="l" t="t" r="r" b="b"/>
            <a:pathLst>
              <a:path w="488446" h="331034">
                <a:moveTo>
                  <a:pt x="0" y="0"/>
                </a:moveTo>
                <a:lnTo>
                  <a:pt x="488446" y="0"/>
                </a:lnTo>
                <a:lnTo>
                  <a:pt x="488446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01519" y="1394483"/>
            <a:ext cx="654021" cy="662069"/>
          </a:xfrm>
          <a:custGeom>
            <a:avLst/>
            <a:gdLst/>
            <a:ahLst/>
            <a:cxnLst/>
            <a:rect l="l" t="t" r="r" b="b"/>
            <a:pathLst>
              <a:path w="654021" h="662069">
                <a:moveTo>
                  <a:pt x="0" y="0"/>
                </a:moveTo>
                <a:lnTo>
                  <a:pt x="654021" y="0"/>
                </a:lnTo>
                <a:lnTo>
                  <a:pt x="654021" y="662069"/>
                </a:lnTo>
                <a:lnTo>
                  <a:pt x="0" y="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68613" y="1477241"/>
            <a:ext cx="331150" cy="496552"/>
          </a:xfrm>
          <a:custGeom>
            <a:avLst/>
            <a:gdLst/>
            <a:ahLst/>
            <a:cxnLst/>
            <a:rect l="l" t="t" r="r" b="b"/>
            <a:pathLst>
              <a:path w="331150" h="496552">
                <a:moveTo>
                  <a:pt x="0" y="0"/>
                </a:moveTo>
                <a:lnTo>
                  <a:pt x="331150" y="0"/>
                </a:lnTo>
                <a:lnTo>
                  <a:pt x="331150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59563" y="2100417"/>
            <a:ext cx="1191322" cy="141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955" b="1">
                <a:solidFill>
                  <a:srgbClr val="10101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Kelas harus memeriksa 5 objek. Setiap objek diperiksa dan dicatat. Jika catatan belum lengkap, lengkapi terlebih dahulu.</a:t>
            </a:r>
          </a:p>
          <a:p>
            <a:pPr algn="l">
              <a:lnSpc>
                <a:spcPts val="1432"/>
              </a:lnSpc>
            </a:pPr>
            <a:r>
              <a:rPr lang="en-US" sz="955" b="1">
                <a:solidFill>
                  <a:srgbClr val="10101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Setelah 5 objek selesai, proses berakhir.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79930" y="1067586"/>
            <a:ext cx="894105" cy="988966"/>
          </a:xfrm>
          <a:custGeom>
            <a:avLst/>
            <a:gdLst/>
            <a:ahLst/>
            <a:cxnLst/>
            <a:rect l="l" t="t" r="r" b="b"/>
            <a:pathLst>
              <a:path w="894105" h="988966">
                <a:moveTo>
                  <a:pt x="0" y="0"/>
                </a:moveTo>
                <a:lnTo>
                  <a:pt x="894105" y="0"/>
                </a:lnTo>
                <a:lnTo>
                  <a:pt x="894105" y="988966"/>
                </a:lnTo>
                <a:lnTo>
                  <a:pt x="0" y="9889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862718" y="1150345"/>
            <a:ext cx="244223" cy="331034"/>
          </a:xfrm>
          <a:custGeom>
            <a:avLst/>
            <a:gdLst/>
            <a:ahLst/>
            <a:cxnLst/>
            <a:rect l="l" t="t" r="r" b="b"/>
            <a:pathLst>
              <a:path w="244223" h="331034">
                <a:moveTo>
                  <a:pt x="0" y="0"/>
                </a:moveTo>
                <a:lnTo>
                  <a:pt x="244223" y="0"/>
                </a:lnTo>
                <a:lnTo>
                  <a:pt x="244223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121540" y="1242549"/>
            <a:ext cx="328595" cy="11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820" b="1">
                <a:solidFill>
                  <a:srgbClr val="123459"/>
                </a:solidFill>
                <a:latin typeface="Oswald Bold"/>
                <a:ea typeface="Oswald Bold"/>
                <a:cs typeface="Oswald Bold"/>
                <a:sym typeface="Oswald Bold"/>
              </a:rPr>
              <a:t>TUJUAN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9388" y="1477665"/>
            <a:ext cx="572684" cy="22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"/>
              </a:lnSpc>
            </a:pPr>
            <a:r>
              <a:rPr lang="en-US" sz="639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Apa yang ingin dicapai?</a:t>
            </a:r>
          </a:p>
        </p:txBody>
      </p:sp>
      <p:sp>
        <p:nvSpPr>
          <p:cNvPr id="18" name="Freeform 18"/>
          <p:cNvSpPr/>
          <p:nvPr/>
        </p:nvSpPr>
        <p:spPr>
          <a:xfrm>
            <a:off x="2669895" y="1067586"/>
            <a:ext cx="815456" cy="988966"/>
          </a:xfrm>
          <a:custGeom>
            <a:avLst/>
            <a:gdLst/>
            <a:ahLst/>
            <a:cxnLst/>
            <a:rect l="l" t="t" r="r" b="b"/>
            <a:pathLst>
              <a:path w="815456" h="988966">
                <a:moveTo>
                  <a:pt x="0" y="0"/>
                </a:moveTo>
                <a:lnTo>
                  <a:pt x="815457" y="0"/>
                </a:lnTo>
                <a:lnTo>
                  <a:pt x="815457" y="988966"/>
                </a:lnTo>
                <a:lnTo>
                  <a:pt x="0" y="9889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2752683" y="1150345"/>
            <a:ext cx="248362" cy="331034"/>
          </a:xfrm>
          <a:custGeom>
            <a:avLst/>
            <a:gdLst/>
            <a:ahLst/>
            <a:cxnLst/>
            <a:rect l="l" t="t" r="r" b="b"/>
            <a:pathLst>
              <a:path w="248362" h="331034">
                <a:moveTo>
                  <a:pt x="0" y="0"/>
                </a:moveTo>
                <a:lnTo>
                  <a:pt x="248362" y="0"/>
                </a:lnTo>
                <a:lnTo>
                  <a:pt x="248362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3009717" y="1242549"/>
            <a:ext cx="262918" cy="11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820" b="1">
                <a:solidFill>
                  <a:srgbClr val="D87F16"/>
                </a:solidFill>
                <a:latin typeface="Oswald Bold"/>
                <a:ea typeface="Oswald Bold"/>
                <a:cs typeface="Oswald Bold"/>
                <a:sym typeface="Oswald Bold"/>
              </a:rPr>
              <a:t>INPUT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15126" y="1468331"/>
            <a:ext cx="405392" cy="26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737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Apa yang masuk?</a:t>
            </a:r>
          </a:p>
        </p:txBody>
      </p:sp>
      <p:sp>
        <p:nvSpPr>
          <p:cNvPr id="22" name="Freeform 22"/>
          <p:cNvSpPr/>
          <p:nvPr/>
        </p:nvSpPr>
        <p:spPr>
          <a:xfrm>
            <a:off x="1779930" y="2135172"/>
            <a:ext cx="894105" cy="906207"/>
          </a:xfrm>
          <a:custGeom>
            <a:avLst/>
            <a:gdLst/>
            <a:ahLst/>
            <a:cxnLst/>
            <a:rect l="l" t="t" r="r" b="b"/>
            <a:pathLst>
              <a:path w="894105" h="906207">
                <a:moveTo>
                  <a:pt x="0" y="0"/>
                </a:moveTo>
                <a:lnTo>
                  <a:pt x="894105" y="0"/>
                </a:lnTo>
                <a:lnTo>
                  <a:pt x="894105" y="906207"/>
                </a:lnTo>
                <a:lnTo>
                  <a:pt x="0" y="9062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862718" y="2135172"/>
            <a:ext cx="244223" cy="331034"/>
          </a:xfrm>
          <a:custGeom>
            <a:avLst/>
            <a:gdLst/>
            <a:ahLst/>
            <a:cxnLst/>
            <a:rect l="l" t="t" r="r" b="b"/>
            <a:pathLst>
              <a:path w="244223" h="331034">
                <a:moveTo>
                  <a:pt x="0" y="0"/>
                </a:moveTo>
                <a:lnTo>
                  <a:pt x="244223" y="0"/>
                </a:lnTo>
                <a:lnTo>
                  <a:pt x="244223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2120780" y="2249415"/>
            <a:ext cx="404613" cy="11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820" b="1">
                <a:solidFill>
                  <a:srgbClr val="123459"/>
                </a:solidFill>
                <a:latin typeface="Oswald Bold"/>
                <a:ea typeface="Oswald Bold"/>
                <a:cs typeface="Oswald Bold"/>
                <a:sym typeface="Oswald Bold"/>
              </a:rPr>
              <a:t>PROCESS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06083" y="2497327"/>
            <a:ext cx="469407" cy="26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737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Apa yang dilakukan?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69895" y="2135172"/>
            <a:ext cx="815456" cy="906207"/>
          </a:xfrm>
          <a:custGeom>
            <a:avLst/>
            <a:gdLst/>
            <a:ahLst/>
            <a:cxnLst/>
            <a:rect l="l" t="t" r="r" b="b"/>
            <a:pathLst>
              <a:path w="815456" h="906207">
                <a:moveTo>
                  <a:pt x="0" y="0"/>
                </a:moveTo>
                <a:lnTo>
                  <a:pt x="815457" y="0"/>
                </a:lnTo>
                <a:lnTo>
                  <a:pt x="815457" y="906207"/>
                </a:lnTo>
                <a:lnTo>
                  <a:pt x="0" y="9062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2752683" y="2135172"/>
            <a:ext cx="248362" cy="331034"/>
          </a:xfrm>
          <a:custGeom>
            <a:avLst/>
            <a:gdLst/>
            <a:ahLst/>
            <a:cxnLst/>
            <a:rect l="l" t="t" r="r" b="b"/>
            <a:pathLst>
              <a:path w="248362" h="331034">
                <a:moveTo>
                  <a:pt x="0" y="0"/>
                </a:moveTo>
                <a:lnTo>
                  <a:pt x="248362" y="0"/>
                </a:lnTo>
                <a:lnTo>
                  <a:pt x="248362" y="331035"/>
                </a:lnTo>
                <a:lnTo>
                  <a:pt x="0" y="33103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3008231" y="2249415"/>
            <a:ext cx="411436" cy="11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820" b="1">
                <a:solidFill>
                  <a:srgbClr val="F6C00F"/>
                </a:solidFill>
                <a:latin typeface="Oswald Bold"/>
                <a:ea typeface="Oswald Bold"/>
                <a:cs typeface="Oswald Bold"/>
                <a:sym typeface="Oswald Bold"/>
              </a:rPr>
              <a:t>DECISION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3182" y="2497327"/>
            <a:ext cx="511500" cy="26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737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Apakah ada pilihan?</a:t>
            </a:r>
          </a:p>
        </p:txBody>
      </p:sp>
      <p:sp>
        <p:nvSpPr>
          <p:cNvPr id="30" name="Freeform 30"/>
          <p:cNvSpPr/>
          <p:nvPr/>
        </p:nvSpPr>
        <p:spPr>
          <a:xfrm>
            <a:off x="1779930" y="3037241"/>
            <a:ext cx="894105" cy="910345"/>
          </a:xfrm>
          <a:custGeom>
            <a:avLst/>
            <a:gdLst/>
            <a:ahLst/>
            <a:cxnLst/>
            <a:rect l="l" t="t" r="r" b="b"/>
            <a:pathLst>
              <a:path w="894105" h="910345">
                <a:moveTo>
                  <a:pt x="0" y="0"/>
                </a:moveTo>
                <a:lnTo>
                  <a:pt x="894105" y="0"/>
                </a:lnTo>
                <a:lnTo>
                  <a:pt x="894105" y="910345"/>
                </a:lnTo>
                <a:lnTo>
                  <a:pt x="0" y="91034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862718" y="3120000"/>
            <a:ext cx="244223" cy="335172"/>
          </a:xfrm>
          <a:custGeom>
            <a:avLst/>
            <a:gdLst/>
            <a:ahLst/>
            <a:cxnLst/>
            <a:rect l="l" t="t" r="r" b="b"/>
            <a:pathLst>
              <a:path w="244223" h="335172">
                <a:moveTo>
                  <a:pt x="0" y="0"/>
                </a:moveTo>
                <a:lnTo>
                  <a:pt x="244223" y="0"/>
                </a:lnTo>
                <a:lnTo>
                  <a:pt x="244223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122496" y="3234153"/>
            <a:ext cx="233065" cy="11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820" b="1">
                <a:solidFill>
                  <a:srgbClr val="D87F16"/>
                </a:solidFill>
                <a:latin typeface="Oswald Bold"/>
                <a:ea typeface="Oswald Bold"/>
                <a:cs typeface="Oswald Bold"/>
                <a:sym typeface="Oswald Bold"/>
              </a:rPr>
              <a:t>LOOP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89001" y="3459936"/>
            <a:ext cx="611466" cy="26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737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Apakah ada pengulangan?</a:t>
            </a:r>
          </a:p>
        </p:txBody>
      </p:sp>
      <p:sp>
        <p:nvSpPr>
          <p:cNvPr id="34" name="Freeform 34"/>
          <p:cNvSpPr/>
          <p:nvPr/>
        </p:nvSpPr>
        <p:spPr>
          <a:xfrm>
            <a:off x="2669895" y="3037241"/>
            <a:ext cx="815456" cy="910345"/>
          </a:xfrm>
          <a:custGeom>
            <a:avLst/>
            <a:gdLst/>
            <a:ahLst/>
            <a:cxnLst/>
            <a:rect l="l" t="t" r="r" b="b"/>
            <a:pathLst>
              <a:path w="815456" h="910345">
                <a:moveTo>
                  <a:pt x="0" y="0"/>
                </a:moveTo>
                <a:lnTo>
                  <a:pt x="815457" y="0"/>
                </a:lnTo>
                <a:lnTo>
                  <a:pt x="815457" y="910345"/>
                </a:lnTo>
                <a:lnTo>
                  <a:pt x="0" y="91034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2752683" y="3120000"/>
            <a:ext cx="248362" cy="335172"/>
          </a:xfrm>
          <a:custGeom>
            <a:avLst/>
            <a:gdLst/>
            <a:ahLst/>
            <a:cxnLst/>
            <a:rect l="l" t="t" r="r" b="b"/>
            <a:pathLst>
              <a:path w="248362" h="335172">
                <a:moveTo>
                  <a:pt x="0" y="0"/>
                </a:moveTo>
                <a:lnTo>
                  <a:pt x="248362" y="0"/>
                </a:lnTo>
                <a:lnTo>
                  <a:pt x="248362" y="335172"/>
                </a:lnTo>
                <a:lnTo>
                  <a:pt x="0" y="3351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3008909" y="3234153"/>
            <a:ext cx="343628" cy="11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"/>
              </a:lnSpc>
            </a:pPr>
            <a:r>
              <a:rPr lang="en-US" sz="820" b="1">
                <a:solidFill>
                  <a:srgbClr val="123459"/>
                </a:solidFill>
                <a:latin typeface="Oswald Bold"/>
                <a:ea typeface="Oswald Bold"/>
                <a:cs typeface="Oswald Bold"/>
                <a:sym typeface="Oswald Bold"/>
              </a:rPr>
              <a:t>OUTPUT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14966" y="3459936"/>
            <a:ext cx="421408" cy="26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"/>
              </a:lnSpc>
            </a:pPr>
            <a:r>
              <a:rPr lang="en-US" sz="737" b="1">
                <a:solidFill>
                  <a:srgbClr val="303030"/>
                </a:solidFill>
                <a:latin typeface="Roboto Bold"/>
                <a:ea typeface="Roboto Bold"/>
                <a:cs typeface="Roboto Bold"/>
                <a:sym typeface="Roboto Bold"/>
              </a:rPr>
              <a:t>Apa hasil akhirnya?</a:t>
            </a:r>
          </a:p>
        </p:txBody>
      </p:sp>
      <p:sp>
        <p:nvSpPr>
          <p:cNvPr id="38" name="Freeform 38"/>
          <p:cNvSpPr/>
          <p:nvPr/>
        </p:nvSpPr>
        <p:spPr>
          <a:xfrm>
            <a:off x="0" y="4026207"/>
            <a:ext cx="3485352" cy="3372414"/>
          </a:xfrm>
          <a:custGeom>
            <a:avLst/>
            <a:gdLst/>
            <a:ahLst/>
            <a:cxnLst/>
            <a:rect l="l" t="t" r="r" b="b"/>
            <a:pathLst>
              <a:path w="3485352" h="3372414">
                <a:moveTo>
                  <a:pt x="0" y="0"/>
                </a:moveTo>
                <a:lnTo>
                  <a:pt x="3485352" y="0"/>
                </a:lnTo>
                <a:lnTo>
                  <a:pt x="3485352" y="3372414"/>
                </a:lnTo>
                <a:lnTo>
                  <a:pt x="0" y="337241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295624" y="4187586"/>
            <a:ext cx="972753" cy="417931"/>
          </a:xfrm>
          <a:custGeom>
            <a:avLst/>
            <a:gdLst/>
            <a:ahLst/>
            <a:cxnLst/>
            <a:rect l="l" t="t" r="r" b="b"/>
            <a:pathLst>
              <a:path w="972753" h="417931">
                <a:moveTo>
                  <a:pt x="0" y="0"/>
                </a:moveTo>
                <a:lnTo>
                  <a:pt x="972752" y="0"/>
                </a:lnTo>
                <a:lnTo>
                  <a:pt x="972752" y="417931"/>
                </a:lnTo>
                <a:lnTo>
                  <a:pt x="0" y="41793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051401" y="4680000"/>
            <a:ext cx="1382551" cy="500690"/>
          </a:xfrm>
          <a:custGeom>
            <a:avLst/>
            <a:gdLst/>
            <a:ahLst/>
            <a:cxnLst/>
            <a:rect l="l" t="t" r="r" b="b"/>
            <a:pathLst>
              <a:path w="1382551" h="500690">
                <a:moveTo>
                  <a:pt x="0" y="0"/>
                </a:moveTo>
                <a:lnTo>
                  <a:pt x="1382550" y="0"/>
                </a:lnTo>
                <a:lnTo>
                  <a:pt x="1382550" y="500690"/>
                </a:lnTo>
                <a:lnTo>
                  <a:pt x="0" y="50069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130049" y="5176552"/>
            <a:ext cx="1221115" cy="657931"/>
          </a:xfrm>
          <a:custGeom>
            <a:avLst/>
            <a:gdLst/>
            <a:ahLst/>
            <a:cxnLst/>
            <a:rect l="l" t="t" r="r" b="b"/>
            <a:pathLst>
              <a:path w="1221115" h="657931">
                <a:moveTo>
                  <a:pt x="0" y="0"/>
                </a:moveTo>
                <a:lnTo>
                  <a:pt x="1221115" y="0"/>
                </a:lnTo>
                <a:lnTo>
                  <a:pt x="1221115" y="657931"/>
                </a:lnTo>
                <a:lnTo>
                  <a:pt x="0" y="65793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240084" y="5751724"/>
            <a:ext cx="1138328" cy="413793"/>
          </a:xfrm>
          <a:custGeom>
            <a:avLst/>
            <a:gdLst/>
            <a:ahLst/>
            <a:cxnLst/>
            <a:rect l="l" t="t" r="r" b="b"/>
            <a:pathLst>
              <a:path w="1138328" h="413793">
                <a:moveTo>
                  <a:pt x="0" y="0"/>
                </a:moveTo>
                <a:lnTo>
                  <a:pt x="1138327" y="0"/>
                </a:lnTo>
                <a:lnTo>
                  <a:pt x="1138327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2185589" y="5751724"/>
            <a:ext cx="1055540" cy="413793"/>
          </a:xfrm>
          <a:custGeom>
            <a:avLst/>
            <a:gdLst/>
            <a:ahLst/>
            <a:cxnLst/>
            <a:rect l="l" t="t" r="r" b="b"/>
            <a:pathLst>
              <a:path w="1055540" h="413793">
                <a:moveTo>
                  <a:pt x="0" y="0"/>
                </a:moveTo>
                <a:lnTo>
                  <a:pt x="1055540" y="0"/>
                </a:lnTo>
                <a:lnTo>
                  <a:pt x="1055540" y="413793"/>
                </a:lnTo>
                <a:lnTo>
                  <a:pt x="0" y="413793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051401" y="6244138"/>
            <a:ext cx="1382551" cy="496552"/>
          </a:xfrm>
          <a:custGeom>
            <a:avLst/>
            <a:gdLst/>
            <a:ahLst/>
            <a:cxnLst/>
            <a:rect l="l" t="t" r="r" b="b"/>
            <a:pathLst>
              <a:path w="1382551" h="496552">
                <a:moveTo>
                  <a:pt x="0" y="0"/>
                </a:moveTo>
                <a:lnTo>
                  <a:pt x="1382550" y="0"/>
                </a:lnTo>
                <a:lnTo>
                  <a:pt x="1382550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1295624" y="6819310"/>
            <a:ext cx="972753" cy="496552"/>
          </a:xfrm>
          <a:custGeom>
            <a:avLst/>
            <a:gdLst/>
            <a:ahLst/>
            <a:cxnLst/>
            <a:rect l="l" t="t" r="r" b="b"/>
            <a:pathLst>
              <a:path w="972753" h="496552">
                <a:moveTo>
                  <a:pt x="0" y="0"/>
                </a:moveTo>
                <a:lnTo>
                  <a:pt x="972752" y="0"/>
                </a:lnTo>
                <a:lnTo>
                  <a:pt x="972752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78648" y="6653793"/>
            <a:ext cx="815456" cy="662069"/>
          </a:xfrm>
          <a:custGeom>
            <a:avLst/>
            <a:gdLst/>
            <a:ahLst/>
            <a:cxnLst/>
            <a:rect l="l" t="t" r="r" b="b"/>
            <a:pathLst>
              <a:path w="815456" h="662069">
                <a:moveTo>
                  <a:pt x="0" y="0"/>
                </a:moveTo>
                <a:lnTo>
                  <a:pt x="815457" y="0"/>
                </a:lnTo>
                <a:lnTo>
                  <a:pt x="815457" y="662069"/>
                </a:lnTo>
                <a:lnTo>
                  <a:pt x="0" y="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2591247" y="4104828"/>
            <a:ext cx="811317" cy="86897"/>
          </a:xfrm>
          <a:custGeom>
            <a:avLst/>
            <a:gdLst/>
            <a:ahLst/>
            <a:cxnLst/>
            <a:rect l="l" t="t" r="r" b="b"/>
            <a:pathLst>
              <a:path w="811317" h="86897">
                <a:moveTo>
                  <a:pt x="0" y="0"/>
                </a:moveTo>
                <a:lnTo>
                  <a:pt x="811317" y="0"/>
                </a:lnTo>
                <a:lnTo>
                  <a:pt x="811317" y="86896"/>
                </a:lnTo>
                <a:lnTo>
                  <a:pt x="0" y="8689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648" y="78621"/>
            <a:ext cx="571233" cy="662069"/>
          </a:xfrm>
          <a:custGeom>
            <a:avLst/>
            <a:gdLst/>
            <a:ahLst/>
            <a:cxnLst/>
            <a:rect l="l" t="t" r="r" b="b"/>
            <a:pathLst>
              <a:path w="571233" h="662069">
                <a:moveTo>
                  <a:pt x="0" y="0"/>
                </a:moveTo>
                <a:lnTo>
                  <a:pt x="571234" y="0"/>
                </a:lnTo>
                <a:lnTo>
                  <a:pt x="571234" y="662069"/>
                </a:lnTo>
                <a:lnTo>
                  <a:pt x="0" y="662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1238" y="253087"/>
            <a:ext cx="350264" cy="26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sz="1951" b="1" spc="-1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6/6</a:t>
            </a:r>
          </a:p>
        </p:txBody>
      </p:sp>
      <p:sp>
        <p:nvSpPr>
          <p:cNvPr id="5" name="Freeform 5"/>
          <p:cNvSpPr/>
          <p:nvPr/>
        </p:nvSpPr>
        <p:spPr>
          <a:xfrm>
            <a:off x="2914118" y="78621"/>
            <a:ext cx="571233" cy="579310"/>
          </a:xfrm>
          <a:custGeom>
            <a:avLst/>
            <a:gdLst/>
            <a:ahLst/>
            <a:cxnLst/>
            <a:rect l="l" t="t" r="r" b="b"/>
            <a:pathLst>
              <a:path w="571233" h="579310">
                <a:moveTo>
                  <a:pt x="0" y="0"/>
                </a:moveTo>
                <a:lnTo>
                  <a:pt x="571234" y="0"/>
                </a:lnTo>
                <a:lnTo>
                  <a:pt x="571234" y="579310"/>
                </a:lnTo>
                <a:lnTo>
                  <a:pt x="0" y="579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49974" y="215663"/>
            <a:ext cx="2203562" cy="852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</a:pPr>
            <a:r>
              <a:rPr lang="en-US" sz="3289" b="1" spc="-32">
                <a:solidFill>
                  <a:srgbClr val="08285B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Sekarang</a:t>
            </a:r>
          </a:p>
          <a:p>
            <a:pPr algn="ctr">
              <a:lnSpc>
                <a:spcPts val="3289"/>
              </a:lnSpc>
            </a:pPr>
            <a:r>
              <a:rPr lang="en-US" sz="3289" b="1" spc="-32">
                <a:solidFill>
                  <a:srgbClr val="08285B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Giliran Kalian</a:t>
            </a:r>
          </a:p>
        </p:txBody>
      </p:sp>
      <p:sp>
        <p:nvSpPr>
          <p:cNvPr id="7" name="Freeform 7"/>
          <p:cNvSpPr/>
          <p:nvPr/>
        </p:nvSpPr>
        <p:spPr>
          <a:xfrm>
            <a:off x="728530" y="1067586"/>
            <a:ext cx="2028293" cy="165517"/>
          </a:xfrm>
          <a:custGeom>
            <a:avLst/>
            <a:gdLst/>
            <a:ahLst/>
            <a:cxnLst/>
            <a:rect l="l" t="t" r="r" b="b"/>
            <a:pathLst>
              <a:path w="2028293" h="165517">
                <a:moveTo>
                  <a:pt x="0" y="0"/>
                </a:moveTo>
                <a:lnTo>
                  <a:pt x="2028292" y="0"/>
                </a:lnTo>
                <a:lnTo>
                  <a:pt x="2028292" y="165517"/>
                </a:lnTo>
                <a:lnTo>
                  <a:pt x="0" y="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8648" y="1228966"/>
            <a:ext cx="815456" cy="993103"/>
          </a:xfrm>
          <a:custGeom>
            <a:avLst/>
            <a:gdLst/>
            <a:ahLst/>
            <a:cxnLst/>
            <a:rect l="l" t="t" r="r" b="b"/>
            <a:pathLst>
              <a:path w="815456" h="993103">
                <a:moveTo>
                  <a:pt x="0" y="0"/>
                </a:moveTo>
                <a:lnTo>
                  <a:pt x="815457" y="0"/>
                </a:lnTo>
                <a:lnTo>
                  <a:pt x="815457" y="993103"/>
                </a:lnTo>
                <a:lnTo>
                  <a:pt x="0" y="993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40084" y="1394483"/>
            <a:ext cx="409798" cy="496552"/>
          </a:xfrm>
          <a:custGeom>
            <a:avLst/>
            <a:gdLst/>
            <a:ahLst/>
            <a:cxnLst/>
            <a:rect l="l" t="t" r="r" b="b"/>
            <a:pathLst>
              <a:path w="409798" h="496552">
                <a:moveTo>
                  <a:pt x="0" y="0"/>
                </a:moveTo>
                <a:lnTo>
                  <a:pt x="409798" y="0"/>
                </a:lnTo>
                <a:lnTo>
                  <a:pt x="409798" y="496551"/>
                </a:lnTo>
                <a:lnTo>
                  <a:pt x="0" y="496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31604" y="1936688"/>
            <a:ext cx="644881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PILIH KASUS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28530" y="1560000"/>
            <a:ext cx="244223" cy="248276"/>
          </a:xfrm>
          <a:custGeom>
            <a:avLst/>
            <a:gdLst/>
            <a:ahLst/>
            <a:cxnLst/>
            <a:rect l="l" t="t" r="r" b="b"/>
            <a:pathLst>
              <a:path w="244223" h="248276">
                <a:moveTo>
                  <a:pt x="0" y="0"/>
                </a:moveTo>
                <a:lnTo>
                  <a:pt x="244223" y="0"/>
                </a:lnTo>
                <a:lnTo>
                  <a:pt x="244223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89965" y="1228966"/>
            <a:ext cx="811317" cy="993103"/>
          </a:xfrm>
          <a:custGeom>
            <a:avLst/>
            <a:gdLst/>
            <a:ahLst/>
            <a:cxnLst/>
            <a:rect l="l" t="t" r="r" b="b"/>
            <a:pathLst>
              <a:path w="811317" h="993103">
                <a:moveTo>
                  <a:pt x="0" y="0"/>
                </a:moveTo>
                <a:lnTo>
                  <a:pt x="811317" y="0"/>
                </a:lnTo>
                <a:lnTo>
                  <a:pt x="811317" y="993103"/>
                </a:lnTo>
                <a:lnTo>
                  <a:pt x="0" y="9931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30049" y="1394483"/>
            <a:ext cx="331150" cy="496552"/>
          </a:xfrm>
          <a:custGeom>
            <a:avLst/>
            <a:gdLst/>
            <a:ahLst/>
            <a:cxnLst/>
            <a:rect l="l" t="t" r="r" b="b"/>
            <a:pathLst>
              <a:path w="331150" h="496552">
                <a:moveTo>
                  <a:pt x="0" y="0"/>
                </a:moveTo>
                <a:lnTo>
                  <a:pt x="331150" y="0"/>
                </a:lnTo>
                <a:lnTo>
                  <a:pt x="331150" y="496551"/>
                </a:lnTo>
                <a:lnTo>
                  <a:pt x="0" y="4965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18793" y="1925624"/>
            <a:ext cx="403777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PAHAMI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18495" y="1560000"/>
            <a:ext cx="248362" cy="248276"/>
          </a:xfrm>
          <a:custGeom>
            <a:avLst/>
            <a:gdLst/>
            <a:ahLst/>
            <a:cxnLst/>
            <a:rect l="l" t="t" r="r" b="b"/>
            <a:pathLst>
              <a:path w="248362" h="248276">
                <a:moveTo>
                  <a:pt x="0" y="0"/>
                </a:moveTo>
                <a:lnTo>
                  <a:pt x="248362" y="0"/>
                </a:lnTo>
                <a:lnTo>
                  <a:pt x="248362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779930" y="1228966"/>
            <a:ext cx="815456" cy="993103"/>
          </a:xfrm>
          <a:custGeom>
            <a:avLst/>
            <a:gdLst/>
            <a:ahLst/>
            <a:cxnLst/>
            <a:rect l="l" t="t" r="r" b="b"/>
            <a:pathLst>
              <a:path w="815456" h="993103">
                <a:moveTo>
                  <a:pt x="0" y="0"/>
                </a:moveTo>
                <a:lnTo>
                  <a:pt x="815457" y="0"/>
                </a:lnTo>
                <a:lnTo>
                  <a:pt x="815457" y="993103"/>
                </a:lnTo>
                <a:lnTo>
                  <a:pt x="0" y="9931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941366" y="1394483"/>
            <a:ext cx="492585" cy="496552"/>
          </a:xfrm>
          <a:custGeom>
            <a:avLst/>
            <a:gdLst/>
            <a:ahLst/>
            <a:cxnLst/>
            <a:rect l="l" t="t" r="r" b="b"/>
            <a:pathLst>
              <a:path w="492585" h="496552">
                <a:moveTo>
                  <a:pt x="0" y="0"/>
                </a:moveTo>
                <a:lnTo>
                  <a:pt x="492585" y="0"/>
                </a:lnTo>
                <a:lnTo>
                  <a:pt x="492585" y="496551"/>
                </a:lnTo>
                <a:lnTo>
                  <a:pt x="0" y="4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928056" y="1925624"/>
            <a:ext cx="487199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ANALISIS</a:t>
            </a:r>
          </a:p>
        </p:txBody>
      </p:sp>
      <p:sp>
        <p:nvSpPr>
          <p:cNvPr id="19" name="Freeform 19"/>
          <p:cNvSpPr/>
          <p:nvPr/>
        </p:nvSpPr>
        <p:spPr>
          <a:xfrm>
            <a:off x="2508460" y="1560000"/>
            <a:ext cx="248362" cy="248276"/>
          </a:xfrm>
          <a:custGeom>
            <a:avLst/>
            <a:gdLst/>
            <a:ahLst/>
            <a:cxnLst/>
            <a:rect l="l" t="t" r="r" b="b"/>
            <a:pathLst>
              <a:path w="248362" h="248276">
                <a:moveTo>
                  <a:pt x="0" y="0"/>
                </a:moveTo>
                <a:lnTo>
                  <a:pt x="248362" y="0"/>
                </a:lnTo>
                <a:lnTo>
                  <a:pt x="248362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669895" y="1228966"/>
            <a:ext cx="732669" cy="993103"/>
          </a:xfrm>
          <a:custGeom>
            <a:avLst/>
            <a:gdLst/>
            <a:ahLst/>
            <a:cxnLst/>
            <a:rect l="l" t="t" r="r" b="b"/>
            <a:pathLst>
              <a:path w="732669" h="993103">
                <a:moveTo>
                  <a:pt x="0" y="0"/>
                </a:moveTo>
                <a:lnTo>
                  <a:pt x="732669" y="0"/>
                </a:lnTo>
                <a:lnTo>
                  <a:pt x="732669" y="993103"/>
                </a:lnTo>
                <a:lnTo>
                  <a:pt x="0" y="9931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2752683" y="1394483"/>
            <a:ext cx="488446" cy="496552"/>
          </a:xfrm>
          <a:custGeom>
            <a:avLst/>
            <a:gdLst/>
            <a:ahLst/>
            <a:cxnLst/>
            <a:rect l="l" t="t" r="r" b="b"/>
            <a:pathLst>
              <a:path w="488446" h="496552">
                <a:moveTo>
                  <a:pt x="0" y="0"/>
                </a:moveTo>
                <a:lnTo>
                  <a:pt x="488446" y="0"/>
                </a:lnTo>
                <a:lnTo>
                  <a:pt x="488446" y="496551"/>
                </a:lnTo>
                <a:lnTo>
                  <a:pt x="0" y="4965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937455" y="1925624"/>
            <a:ext cx="170351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IPO</a:t>
            </a:r>
          </a:p>
        </p:txBody>
      </p:sp>
      <p:sp>
        <p:nvSpPr>
          <p:cNvPr id="23" name="Freeform 23"/>
          <p:cNvSpPr/>
          <p:nvPr/>
        </p:nvSpPr>
        <p:spPr>
          <a:xfrm>
            <a:off x="2914118" y="2135172"/>
            <a:ext cx="248362" cy="248276"/>
          </a:xfrm>
          <a:custGeom>
            <a:avLst/>
            <a:gdLst/>
            <a:ahLst/>
            <a:cxnLst/>
            <a:rect l="l" t="t" r="r" b="b"/>
            <a:pathLst>
              <a:path w="248362" h="248276">
                <a:moveTo>
                  <a:pt x="0" y="0"/>
                </a:moveTo>
                <a:lnTo>
                  <a:pt x="248363" y="0"/>
                </a:lnTo>
                <a:lnTo>
                  <a:pt x="248363" y="248276"/>
                </a:lnTo>
                <a:lnTo>
                  <a:pt x="0" y="2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78648" y="2300690"/>
            <a:ext cx="815456" cy="988966"/>
          </a:xfrm>
          <a:custGeom>
            <a:avLst/>
            <a:gdLst/>
            <a:ahLst/>
            <a:cxnLst/>
            <a:rect l="l" t="t" r="r" b="b"/>
            <a:pathLst>
              <a:path w="815456" h="988966">
                <a:moveTo>
                  <a:pt x="0" y="0"/>
                </a:moveTo>
                <a:lnTo>
                  <a:pt x="815457" y="0"/>
                </a:lnTo>
                <a:lnTo>
                  <a:pt x="815457" y="988965"/>
                </a:lnTo>
                <a:lnTo>
                  <a:pt x="0" y="9889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240084" y="2462069"/>
            <a:ext cx="409798" cy="496552"/>
          </a:xfrm>
          <a:custGeom>
            <a:avLst/>
            <a:gdLst/>
            <a:ahLst/>
            <a:cxnLst/>
            <a:rect l="l" t="t" r="r" b="b"/>
            <a:pathLst>
              <a:path w="409798" h="496552">
                <a:moveTo>
                  <a:pt x="0" y="0"/>
                </a:moveTo>
                <a:lnTo>
                  <a:pt x="409798" y="0"/>
                </a:lnTo>
                <a:lnTo>
                  <a:pt x="409798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92654" y="2998877"/>
            <a:ext cx="522781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EVALUASI</a:t>
            </a:r>
          </a:p>
        </p:txBody>
      </p:sp>
      <p:sp>
        <p:nvSpPr>
          <p:cNvPr id="27" name="Freeform 27"/>
          <p:cNvSpPr/>
          <p:nvPr/>
        </p:nvSpPr>
        <p:spPr>
          <a:xfrm>
            <a:off x="728530" y="2627586"/>
            <a:ext cx="244223" cy="252414"/>
          </a:xfrm>
          <a:custGeom>
            <a:avLst/>
            <a:gdLst/>
            <a:ahLst/>
            <a:cxnLst/>
            <a:rect l="l" t="t" r="r" b="b"/>
            <a:pathLst>
              <a:path w="244223" h="252414">
                <a:moveTo>
                  <a:pt x="0" y="0"/>
                </a:moveTo>
                <a:lnTo>
                  <a:pt x="244223" y="0"/>
                </a:lnTo>
                <a:lnTo>
                  <a:pt x="244223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889965" y="2300690"/>
            <a:ext cx="811317" cy="988966"/>
          </a:xfrm>
          <a:custGeom>
            <a:avLst/>
            <a:gdLst/>
            <a:ahLst/>
            <a:cxnLst/>
            <a:rect l="l" t="t" r="r" b="b"/>
            <a:pathLst>
              <a:path w="811317" h="988966">
                <a:moveTo>
                  <a:pt x="0" y="0"/>
                </a:moveTo>
                <a:lnTo>
                  <a:pt x="811317" y="0"/>
                </a:lnTo>
                <a:lnTo>
                  <a:pt x="811317" y="988965"/>
                </a:lnTo>
                <a:lnTo>
                  <a:pt x="0" y="98896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130049" y="2462069"/>
            <a:ext cx="409798" cy="496552"/>
          </a:xfrm>
          <a:custGeom>
            <a:avLst/>
            <a:gdLst/>
            <a:ahLst/>
            <a:cxnLst/>
            <a:rect l="l" t="t" r="r" b="b"/>
            <a:pathLst>
              <a:path w="409798" h="496552">
                <a:moveTo>
                  <a:pt x="0" y="0"/>
                </a:moveTo>
                <a:lnTo>
                  <a:pt x="409798" y="0"/>
                </a:lnTo>
                <a:lnTo>
                  <a:pt x="409798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090356" y="2998877"/>
            <a:ext cx="460651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TRACING</a:t>
            </a:r>
          </a:p>
        </p:txBody>
      </p:sp>
      <p:sp>
        <p:nvSpPr>
          <p:cNvPr id="31" name="Freeform 31"/>
          <p:cNvSpPr/>
          <p:nvPr/>
        </p:nvSpPr>
        <p:spPr>
          <a:xfrm>
            <a:off x="1618495" y="2627586"/>
            <a:ext cx="248362" cy="252414"/>
          </a:xfrm>
          <a:custGeom>
            <a:avLst/>
            <a:gdLst/>
            <a:ahLst/>
            <a:cxnLst/>
            <a:rect l="l" t="t" r="r" b="b"/>
            <a:pathLst>
              <a:path w="248362" h="252414">
                <a:moveTo>
                  <a:pt x="0" y="0"/>
                </a:moveTo>
                <a:lnTo>
                  <a:pt x="248362" y="0"/>
                </a:lnTo>
                <a:lnTo>
                  <a:pt x="248362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779930" y="2300690"/>
            <a:ext cx="815456" cy="988966"/>
          </a:xfrm>
          <a:custGeom>
            <a:avLst/>
            <a:gdLst/>
            <a:ahLst/>
            <a:cxnLst/>
            <a:rect l="l" t="t" r="r" b="b"/>
            <a:pathLst>
              <a:path w="815456" h="988966">
                <a:moveTo>
                  <a:pt x="0" y="0"/>
                </a:moveTo>
                <a:lnTo>
                  <a:pt x="815457" y="0"/>
                </a:lnTo>
                <a:lnTo>
                  <a:pt x="815457" y="988965"/>
                </a:lnTo>
                <a:lnTo>
                  <a:pt x="0" y="98896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2024153" y="2462069"/>
            <a:ext cx="327010" cy="496552"/>
          </a:xfrm>
          <a:custGeom>
            <a:avLst/>
            <a:gdLst/>
            <a:ahLst/>
            <a:cxnLst/>
            <a:rect l="l" t="t" r="r" b="b"/>
            <a:pathLst>
              <a:path w="327010" h="496552">
                <a:moveTo>
                  <a:pt x="0" y="0"/>
                </a:moveTo>
                <a:lnTo>
                  <a:pt x="327011" y="0"/>
                </a:lnTo>
                <a:lnTo>
                  <a:pt x="327011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843148" y="2998877"/>
            <a:ext cx="657016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FLOWCHART</a:t>
            </a:r>
          </a:p>
        </p:txBody>
      </p:sp>
      <p:sp>
        <p:nvSpPr>
          <p:cNvPr id="35" name="Freeform 35"/>
          <p:cNvSpPr/>
          <p:nvPr/>
        </p:nvSpPr>
        <p:spPr>
          <a:xfrm>
            <a:off x="2508460" y="2627586"/>
            <a:ext cx="248362" cy="252414"/>
          </a:xfrm>
          <a:custGeom>
            <a:avLst/>
            <a:gdLst/>
            <a:ahLst/>
            <a:cxnLst/>
            <a:rect l="l" t="t" r="r" b="b"/>
            <a:pathLst>
              <a:path w="248362" h="252414">
                <a:moveTo>
                  <a:pt x="0" y="0"/>
                </a:moveTo>
                <a:lnTo>
                  <a:pt x="248362" y="0"/>
                </a:lnTo>
                <a:lnTo>
                  <a:pt x="248362" y="252414"/>
                </a:lnTo>
                <a:lnTo>
                  <a:pt x="0" y="25241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2669895" y="2300690"/>
            <a:ext cx="732669" cy="988966"/>
          </a:xfrm>
          <a:custGeom>
            <a:avLst/>
            <a:gdLst/>
            <a:ahLst/>
            <a:cxnLst/>
            <a:rect l="l" t="t" r="r" b="b"/>
            <a:pathLst>
              <a:path w="732669" h="988966">
                <a:moveTo>
                  <a:pt x="0" y="0"/>
                </a:moveTo>
                <a:lnTo>
                  <a:pt x="732669" y="0"/>
                </a:lnTo>
                <a:lnTo>
                  <a:pt x="732669" y="988965"/>
                </a:lnTo>
                <a:lnTo>
                  <a:pt x="0" y="98896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2831331" y="2462069"/>
            <a:ext cx="331150" cy="496552"/>
          </a:xfrm>
          <a:custGeom>
            <a:avLst/>
            <a:gdLst/>
            <a:ahLst/>
            <a:cxnLst/>
            <a:rect l="l" t="t" r="r" b="b"/>
            <a:pathLst>
              <a:path w="331150" h="496552">
                <a:moveTo>
                  <a:pt x="0" y="0"/>
                </a:moveTo>
                <a:lnTo>
                  <a:pt x="331150" y="0"/>
                </a:lnTo>
                <a:lnTo>
                  <a:pt x="331150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2718989" y="2998877"/>
            <a:ext cx="607284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ALGORITMA</a:t>
            </a:r>
          </a:p>
        </p:txBody>
      </p:sp>
      <p:sp>
        <p:nvSpPr>
          <p:cNvPr id="39" name="Freeform 39"/>
          <p:cNvSpPr/>
          <p:nvPr/>
        </p:nvSpPr>
        <p:spPr>
          <a:xfrm>
            <a:off x="401519" y="3202759"/>
            <a:ext cx="165575" cy="331034"/>
          </a:xfrm>
          <a:custGeom>
            <a:avLst/>
            <a:gdLst/>
            <a:ahLst/>
            <a:cxnLst/>
            <a:rect l="l" t="t" r="r" b="b"/>
            <a:pathLst>
              <a:path w="165575" h="331034">
                <a:moveTo>
                  <a:pt x="0" y="0"/>
                </a:moveTo>
                <a:lnTo>
                  <a:pt x="165575" y="0"/>
                </a:lnTo>
                <a:lnTo>
                  <a:pt x="165575" y="331034"/>
                </a:lnTo>
                <a:lnTo>
                  <a:pt x="0" y="33103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78648" y="3451034"/>
            <a:ext cx="815456" cy="988966"/>
          </a:xfrm>
          <a:custGeom>
            <a:avLst/>
            <a:gdLst/>
            <a:ahLst/>
            <a:cxnLst/>
            <a:rect l="l" t="t" r="r" b="b"/>
            <a:pathLst>
              <a:path w="815456" h="988966">
                <a:moveTo>
                  <a:pt x="0" y="0"/>
                </a:moveTo>
                <a:lnTo>
                  <a:pt x="815457" y="0"/>
                </a:lnTo>
                <a:lnTo>
                  <a:pt x="815457" y="988966"/>
                </a:lnTo>
                <a:lnTo>
                  <a:pt x="0" y="98896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240084" y="3612414"/>
            <a:ext cx="492585" cy="496552"/>
          </a:xfrm>
          <a:custGeom>
            <a:avLst/>
            <a:gdLst/>
            <a:ahLst/>
            <a:cxnLst/>
            <a:rect l="l" t="t" r="r" b="b"/>
            <a:pathLst>
              <a:path w="492585" h="496552">
                <a:moveTo>
                  <a:pt x="0" y="0"/>
                </a:moveTo>
                <a:lnTo>
                  <a:pt x="492585" y="0"/>
                </a:lnTo>
                <a:lnTo>
                  <a:pt x="492585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203504" y="4138517"/>
            <a:ext cx="501082" cy="1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"/>
              </a:lnSpc>
            </a:pPr>
            <a:r>
              <a:rPr lang="en-US" sz="1027" b="1" spc="-20">
                <a:solidFill>
                  <a:srgbClr val="10101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REFLEKSI</a:t>
            </a:r>
          </a:p>
        </p:txBody>
      </p:sp>
      <p:sp>
        <p:nvSpPr>
          <p:cNvPr id="43" name="Freeform 43"/>
          <p:cNvSpPr/>
          <p:nvPr/>
        </p:nvSpPr>
        <p:spPr>
          <a:xfrm>
            <a:off x="968613" y="3529655"/>
            <a:ext cx="2516739" cy="827586"/>
          </a:xfrm>
          <a:custGeom>
            <a:avLst/>
            <a:gdLst/>
            <a:ahLst/>
            <a:cxnLst/>
            <a:rect l="l" t="t" r="r" b="b"/>
            <a:pathLst>
              <a:path w="2516739" h="827586">
                <a:moveTo>
                  <a:pt x="0" y="0"/>
                </a:moveTo>
                <a:lnTo>
                  <a:pt x="2516739" y="0"/>
                </a:lnTo>
                <a:lnTo>
                  <a:pt x="2516739" y="827586"/>
                </a:lnTo>
                <a:lnTo>
                  <a:pt x="0" y="82758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051401" y="3695172"/>
            <a:ext cx="488446" cy="496552"/>
          </a:xfrm>
          <a:custGeom>
            <a:avLst/>
            <a:gdLst/>
            <a:ahLst/>
            <a:cxnLst/>
            <a:rect l="l" t="t" r="r" b="b"/>
            <a:pathLst>
              <a:path w="488446" h="496552">
                <a:moveTo>
                  <a:pt x="0" y="0"/>
                </a:moveTo>
                <a:lnTo>
                  <a:pt x="488446" y="0"/>
                </a:lnTo>
                <a:lnTo>
                  <a:pt x="488446" y="496552"/>
                </a:lnTo>
                <a:lnTo>
                  <a:pt x="0" y="496552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1515685" y="3648802"/>
            <a:ext cx="1920160" cy="57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2237" b="1" spc="-44">
                <a:solidFill>
                  <a:srgbClr val="08285B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Jangan langsung</a:t>
            </a:r>
          </a:p>
          <a:p>
            <a:pPr algn="l">
              <a:lnSpc>
                <a:spcPts val="2237"/>
              </a:lnSpc>
            </a:pPr>
            <a:r>
              <a:rPr lang="en-US" sz="2237" b="1" spc="-44">
                <a:solidFill>
                  <a:srgbClr val="E85D0A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menggambar.</a:t>
            </a:r>
          </a:p>
        </p:txBody>
      </p:sp>
      <p:sp>
        <p:nvSpPr>
          <p:cNvPr id="46" name="Freeform 46"/>
          <p:cNvSpPr/>
          <p:nvPr/>
        </p:nvSpPr>
        <p:spPr>
          <a:xfrm>
            <a:off x="35324" y="4878643"/>
            <a:ext cx="3485352" cy="2056552"/>
          </a:xfrm>
          <a:custGeom>
            <a:avLst/>
            <a:gdLst/>
            <a:ahLst/>
            <a:cxnLst/>
            <a:rect l="l" t="t" r="r" b="b"/>
            <a:pathLst>
              <a:path w="3485352" h="2056552">
                <a:moveTo>
                  <a:pt x="0" y="0"/>
                </a:moveTo>
                <a:lnTo>
                  <a:pt x="3485352" y="0"/>
                </a:lnTo>
                <a:lnTo>
                  <a:pt x="3485352" y="2056552"/>
                </a:lnTo>
                <a:lnTo>
                  <a:pt x="0" y="2056552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FD3C526-93DC-C7C1-B921-A8204802145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525" y="1014272"/>
            <a:ext cx="3537475" cy="3537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227</Words>
  <Application>Microsoft Macintosh PowerPoint</Application>
  <PresentationFormat>Custom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Roboto Bold</vt:lpstr>
      <vt:lpstr>Barlow SemiCondensed Bold</vt:lpstr>
      <vt:lpstr>Oswald Bold</vt:lpstr>
      <vt:lpstr>Poppins Semi-Bold</vt:lpstr>
      <vt:lpstr>Poppins Bold</vt:lpstr>
      <vt:lpstr>Arial</vt:lpstr>
      <vt:lpstr>Roboto Condensed Bold</vt:lpstr>
      <vt:lpstr>Calibri</vt:lpstr>
      <vt:lpstr>Roboto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flowchart untuk kelas X SMK</dc:title>
  <cp:lastModifiedBy>ibnu allika prabo warasto</cp:lastModifiedBy>
  <cp:revision>2</cp:revision>
  <dcterms:created xsi:type="dcterms:W3CDTF">2006-08-16T00:00:00Z</dcterms:created>
  <dcterms:modified xsi:type="dcterms:W3CDTF">2026-10-05T19:00:13Z</dcterms:modified>
  <dc:identifier>DAHXKt3suPI</dc:identifier>
</cp:coreProperties>
</file>